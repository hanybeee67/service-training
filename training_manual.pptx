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Everest Service Training Manual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Editing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01: Brand Philosophy &amp;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🏔 Our Mission</a:t>
            </a:r>
          </a:p>
          <a:p>
            <a:r>
              <a:rPr sz="1200"/>
              <a:t>"We bring the rich culinary culture of Nepal and India to Korea, delivering the warm hospitality of the Himalayas to every guest. One spirit, across 9 locations."</a:t>
            </a:r>
          </a:p>
          <a:p/>
          <a:p>
            <a:r>
              <a:rPr sz="1200"/>
              <a:t>🕰</a:t>
            </a:r>
          </a:p>
          <a:p>
            <a:r>
              <a:rPr sz="1200"/>
              <a:t>Founded in 2002</a:t>
            </a:r>
          </a:p>
          <a:p>
            <a:r>
              <a:rPr sz="1200"/>
              <a:t>Over 20 years of experience as Korea's most trusted Nepalese &amp; Indian restaurant group, with flagship branches in Dongdaemun, Magok, and Dongtan.</a:t>
            </a:r>
          </a:p>
          <a:p/>
          <a:p>
            <a:r>
              <a:rPr sz="1200"/>
              <a:t>📍</a:t>
            </a:r>
          </a:p>
          <a:p>
            <a:r>
              <a:rPr sz="1200"/>
              <a:t>9 Locations Nationwide</a:t>
            </a:r>
          </a:p>
          <a:p>
            <a:r>
              <a:rPr sz="1200"/>
              <a:t>Every branch delivers the same quality of food and service — one brand, one standard, every time.</a:t>
            </a:r>
          </a:p>
          <a:p/>
          <a:p>
            <a:r>
              <a:rPr sz="1200"/>
              <a:t>⭐</a:t>
            </a:r>
          </a:p>
          <a:p>
            <a:r>
              <a:rPr sz="1200"/>
              <a:t>Our Service Standard</a:t>
            </a:r>
          </a:p>
          <a:p>
            <a:r>
              <a:rPr sz="1200"/>
              <a:t>Beyond just serving food — we create memorable moments. From the first greeting to the final farewell, every interaction matters.</a:t>
            </a:r>
          </a:p>
          <a:p/>
          <a:p>
            <a:r>
              <a:rPr sz="1200"/>
              <a:t>Core Values</a:t>
            </a:r>
          </a:p>
          <a:p/>
          <a:p>
            <a:r>
              <a:rPr sz="1200"/>
              <a:t>🙏</a:t>
            </a:r>
          </a:p>
          <a:p>
            <a:r>
              <a:rPr sz="1200"/>
              <a:t>Hospitality</a:t>
            </a:r>
          </a:p>
          <a:p>
            <a:r>
              <a:rPr sz="1200"/>
              <a:t>Warm heart, every guest</a:t>
            </a:r>
          </a:p>
          <a:p/>
          <a:p>
            <a:r>
              <a:rPr sz="1200"/>
              <a:t>⭐</a:t>
            </a:r>
          </a:p>
          <a:p>
            <a:r>
              <a:rPr sz="1200"/>
              <a:t>Excellence</a:t>
            </a:r>
          </a:p>
          <a:p>
            <a:r>
              <a:rPr sz="1200"/>
              <a:t>Highest quality, always</a:t>
            </a:r>
          </a:p>
          <a:p/>
          <a:p>
            <a:r>
              <a:rPr sz="1200"/>
              <a:t>🤝</a:t>
            </a:r>
          </a:p>
          <a:p>
            <a:r>
              <a:rPr sz="1200"/>
              <a:t>Teamwork</a:t>
            </a:r>
          </a:p>
          <a:p>
            <a:r>
              <a:rPr sz="1200"/>
              <a:t>Together we succeed</a:t>
            </a:r>
          </a:p>
          <a:p/>
          <a:p>
            <a:r>
              <a:rPr sz="1200"/>
              <a:t>🌱</a:t>
            </a:r>
          </a:p>
          <a:p>
            <a:r>
              <a:rPr sz="1200"/>
              <a:t>Growth</a:t>
            </a:r>
          </a:p>
          <a:p>
            <a:r>
              <a:rPr sz="1200"/>
              <a:t>Learn &amp; improve daily</a:t>
            </a:r>
          </a:p>
          <a:p/>
          <a:p>
            <a:r>
              <a:rPr sz="1200"/>
              <a:t>💬 Everest Service Motto</a:t>
            </a:r>
          </a:p>
          <a:p>
            <a:r>
              <a:rPr sz="1200"/>
              <a:t>"Everest cares about your health!"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02: Uniform &amp; 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Official Everest Restaurant Group Uniform — navy polo shirt with logo (unisex)</a:t>
            </a:r>
          </a:p>
          <a:p/>
          <a:p>
            <a:r>
              <a:rPr sz="1200"/>
              <a:t>👕</a:t>
            </a:r>
          </a:p>
          <a:p>
            <a:r>
              <a:rPr sz="1200"/>
              <a:t>Uniform Details</a:t>
            </a:r>
          </a:p>
          <a:p>
            <a:r>
              <a:rPr sz="1200"/>
              <a:t>Navy blue polo shirt with Everest logo on the left chest. Dark trousers or jeans. Non-slip shoes. Name badge at all times.</a:t>
            </a:r>
          </a:p>
          <a:p/>
          <a:p>
            <a:r>
              <a:rPr sz="1200"/>
              <a:t>✅ DO</a:t>
            </a:r>
          </a:p>
          <a:p>
            <a:r>
              <a:rPr sz="1200"/>
              <a:t>Keep uniform clean &amp; ironed</a:t>
            </a:r>
          </a:p>
          <a:p>
            <a:r>
              <a:rPr sz="1200"/>
              <a:t>Tie long hair back neatly</a:t>
            </a:r>
          </a:p>
          <a:p>
            <a:r>
              <a:rPr sz="1200"/>
              <a:t>Wear name badge correctly</a:t>
            </a:r>
          </a:p>
          <a:p>
            <a:r>
              <a:rPr sz="1200"/>
              <a:t>Keep nails short &amp; clean</a:t>
            </a:r>
          </a:p>
          <a:p>
            <a:r>
              <a:rPr sz="1200"/>
              <a:t>Wear non-slip shoes</a:t>
            </a:r>
          </a:p>
          <a:p>
            <a:r>
              <a:rPr sz="1200"/>
              <a:t>Maintain a bright smile</a:t>
            </a:r>
          </a:p>
          <a:p/>
          <a:p>
            <a:r>
              <a:rPr sz="1200"/>
              <a:t>❌ DON'T</a:t>
            </a:r>
          </a:p>
          <a:p>
            <a:r>
              <a:rPr sz="1200"/>
              <a:t>Wear clothes over uniform</a:t>
            </a:r>
          </a:p>
          <a:p>
            <a:r>
              <a:rPr sz="1200"/>
              <a:t>Use strong perfume</a:t>
            </a:r>
          </a:p>
          <a:p>
            <a:r>
              <a:rPr sz="1200"/>
              <a:t>Show excessive tattoos</a:t>
            </a:r>
          </a:p>
          <a:p>
            <a:r>
              <a:rPr sz="1200"/>
              <a:t>Wear gel / nail polish</a:t>
            </a:r>
          </a:p>
          <a:p>
            <a:r>
              <a:rPr sz="1200"/>
              <a:t>Use phone on the floor</a:t>
            </a:r>
          </a:p>
          <a:p>
            <a:r>
              <a:rPr sz="1200"/>
              <a:t>Chew gum while working</a:t>
            </a:r>
          </a:p>
          <a:p/>
          <a:p>
            <a:r>
              <a:rPr sz="1200"/>
              <a:t>🪞 Pre-Shift Mirror Check</a:t>
            </a:r>
          </a:p>
          <a:p>
            <a:r>
              <a:rPr sz="1200"/>
              <a:t>Before every shift, check: uniform, hair, badge, shoes, and smile. You represent the Everest brand.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03: Guest Greeting &amp; 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⏰ The 30-Second Rule</a:t>
            </a:r>
          </a:p>
          <a:p>
            <a:r>
              <a:rPr sz="1200"/>
              <a:t>Acknowledge every guest within </a:t>
            </a:r>
          </a:p>
          <a:p>
            <a:r>
              <a:rPr sz="1200"/>
              <a:t>30 seconds</a:t>
            </a:r>
          </a:p>
          <a:p>
            <a:r>
              <a:rPr sz="1200"/>
              <a:t> of entry. Even if busy — make eye contact and say "I'll be right with you!"</a:t>
            </a:r>
          </a:p>
          <a:p/>
          <a:p>
            <a:r>
              <a:rPr sz="1200"/>
              <a:t>4-Step Welcome Process</a:t>
            </a:r>
          </a:p>
          <a:p/>
          <a:p>
            <a:r>
              <a:rPr sz="1200"/>
              <a:t>1</a:t>
            </a:r>
          </a:p>
          <a:p>
            <a:r>
              <a:rPr sz="1200"/>
              <a:t>Acknowledge Immediately</a:t>
            </a:r>
          </a:p>
          <a:p>
            <a:r>
              <a:rPr sz="1200"/>
              <a:t>Make eye contact within 30 seconds. Greet with a warm smile and "Welcome! Hello!"</a:t>
            </a:r>
          </a:p>
          <a:p/>
          <a:p>
            <a:r>
              <a:rPr sz="1200"/>
              <a:t>2</a:t>
            </a:r>
          </a:p>
          <a:p>
            <a:r>
              <a:rPr sz="1200"/>
              <a:t>Confirm Party Size</a:t>
            </a:r>
          </a:p>
          <a:p>
            <a:r>
              <a:rPr sz="1200"/>
              <a:t>Ask how many guests and whether there is a reservation.</a:t>
            </a:r>
          </a:p>
          <a:p/>
          <a:p>
            <a:r>
              <a:rPr sz="1200"/>
              <a:t>3</a:t>
            </a:r>
          </a:p>
          <a:p>
            <a:r>
              <a:rPr sz="1200"/>
              <a:t>Lead &amp; Escort</a:t>
            </a:r>
          </a:p>
          <a:p>
            <a:r>
              <a:rPr sz="1200"/>
              <a:t>Walk ahead but turn back occasionally. Guide them to the right table with a gesture.</a:t>
            </a:r>
          </a:p>
          <a:p/>
          <a:p>
            <a:r>
              <a:rPr sz="1200"/>
              <a:t>4</a:t>
            </a:r>
          </a:p>
          <a:p>
            <a:r>
              <a:rPr sz="1200"/>
              <a:t>Assist with Seating</a:t>
            </a:r>
          </a:p>
          <a:p>
            <a:r>
              <a:rPr sz="1200"/>
              <a:t>Pull out the chair, offer to hold bags, and ensure guests are comfortable.</a:t>
            </a:r>
          </a:p>
          <a:p/>
          <a:p>
            <a:r>
              <a:rPr sz="1200"/>
              <a:t>🇰🇷 Korean Guest Phrases</a:t>
            </a:r>
          </a:p>
          <a:p/>
          <a:p>
            <a:r>
              <a:rPr sz="1200"/>
              <a:t>Tap 🔊 to hear the Korean pronunciation</a:t>
            </a:r>
          </a:p>
          <a:p/>
          <a:p>
            <a:r>
              <a:rPr sz="1200"/>
              <a:t>Welcoming guests at the entrance</a:t>
            </a:r>
          </a:p>
          <a:p/>
          <a:p>
            <a:r>
              <a:rPr sz="1200"/>
              <a:t>안녕하세요, 에베레스트입니다. 몇 분이십니까?</a:t>
            </a:r>
          </a:p>
          <a:p/>
          <a:p>
            <a:r>
              <a:rPr sz="1200"/>
              <a:t>Annyeonghaseyo, Everestipnida. Myeot bunisimnikka?</a:t>
            </a:r>
          </a:p>
          <a:p/>
          <a:p>
            <a:r>
              <a:rPr sz="1200"/>
              <a:t>Hello, welcome to Everest. How many guests are in your party?</a:t>
            </a:r>
          </a:p>
          <a:p/>
          <a:p>
            <a:r>
              <a:rPr sz="1200"/>
              <a:t>🔊 Listen</a:t>
            </a:r>
          </a:p>
          <a:p/>
          <a:p>
            <a:r>
              <a:rPr sz="1200"/>
              <a:t>Escorting guests to the table</a:t>
            </a:r>
          </a:p>
          <a:p/>
          <a:p>
            <a:r>
              <a:rPr sz="1200"/>
              <a:t>이 테이블로 모시겠습니다.</a:t>
            </a:r>
          </a:p>
          <a:p/>
          <a:p>
            <a:r>
              <a:rPr sz="1200"/>
              <a:t>I teibeulro mosigesseumnida.</a:t>
            </a:r>
          </a:p>
          <a:p/>
          <a:p>
            <a:r>
              <a:rPr sz="1200"/>
              <a:t>Please follow me to your table.</a:t>
            </a:r>
          </a:p>
          <a:p/>
          <a:p>
            <a:r>
              <a:rPr sz="1200"/>
              <a:t>🔊 Listen</a:t>
            </a:r>
          </a:p>
          <a:p/>
          <a:p>
            <a:r>
              <a:rPr sz="1200"/>
              <a:t>Explaining the tablet ordering system</a:t>
            </a:r>
          </a:p>
          <a:p/>
          <a:p>
            <a:r>
              <a:rPr sz="1200"/>
              <a:t>이 태블릿으로 주문 부탁드립니다.</a:t>
            </a:r>
          </a:p>
          <a:p/>
          <a:p>
            <a:r>
              <a:rPr sz="1200"/>
              <a:t>I taebeulliseuro jumun butakdeurimnida.</a:t>
            </a:r>
          </a:p>
          <a:p/>
          <a:p>
            <a:r>
              <a:rPr sz="1200"/>
              <a:t>Please place your order using this tablet.</a:t>
            </a:r>
          </a:p>
          <a:p/>
          <a:p>
            <a:r>
              <a:rPr sz="1200"/>
              <a:t>🔊 Listen</a:t>
            </a:r>
          </a:p>
          <a:p/>
          <a:p>
            <a:r>
              <a:rPr sz="1200"/>
              <a:t>Bow Angle Guide</a:t>
            </a:r>
          </a:p>
          <a:p/>
          <a:p>
            <a:r>
              <a:rPr sz="1200"/>
              <a:t>🫡</a:t>
            </a:r>
          </a:p>
          <a:p>
            <a:r>
              <a:rPr sz="1200"/>
              <a:t>15°</a:t>
            </a:r>
          </a:p>
          <a:p>
            <a:r>
              <a:rPr sz="1200"/>
              <a:t>Daily greeting</a:t>
            </a:r>
          </a:p>
          <a:p/>
          <a:p>
            <a:r>
              <a:rPr sz="1200"/>
              <a:t>🙇</a:t>
            </a:r>
          </a:p>
          <a:p>
            <a:r>
              <a:rPr sz="1200"/>
              <a:t>30°</a:t>
            </a:r>
          </a:p>
          <a:p>
            <a:r>
              <a:rPr sz="1200"/>
              <a:t>Welcoming bow</a:t>
            </a:r>
          </a:p>
          <a:p/>
          <a:p>
            <a:r>
              <a:rPr sz="1200"/>
              <a:t>🙇‍♂️</a:t>
            </a:r>
          </a:p>
          <a:p>
            <a:r>
              <a:rPr sz="1200"/>
              <a:t>45°</a:t>
            </a:r>
          </a:p>
          <a:p>
            <a:r>
              <a:rPr sz="1200"/>
              <a:t>Apology / Thanks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04: Table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Standard Everest table setting — brass tali plate with fork, spoon, glass &amp; wet tissue on top. Napkin pre-set separately on table.</a:t>
            </a:r>
          </a:p>
          <a:p/>
          <a:p>
            <a:r>
              <a:rPr sz="1200"/>
              <a:t>💡 Key Rule</a:t>
            </a:r>
          </a:p>
          <a:p>
            <a:r>
              <a:rPr sz="1200"/>
              <a:t>Fork, spoon, glass, and wet tissue all placed </a:t>
            </a:r>
          </a:p>
          <a:p>
            <a:r>
              <a:rPr sz="1200"/>
              <a:t>together on the brass plate</a:t>
            </a:r>
          </a:p>
          <a:p>
            <a:r>
              <a:rPr sz="1200"/>
              <a:t>. </a:t>
            </a:r>
          </a:p>
          <a:p>
            <a:r>
              <a:rPr sz="1200"/>
              <a:t>No tablecloth. No knife.</a:t>
            </a:r>
          </a:p>
          <a:p/>
          <a:p>
            <a:r>
              <a:rPr sz="1200"/>
              <a:t>Setting Steps</a:t>
            </a:r>
          </a:p>
          <a:p/>
          <a:p>
            <a:r>
              <a:rPr sz="1200"/>
              <a:t>1</a:t>
            </a:r>
          </a:p>
          <a:p>
            <a:r>
              <a:rPr sz="1200"/>
              <a:t>Clean the Table Surface</a:t>
            </a:r>
          </a:p>
          <a:p>
            <a:r>
              <a:rPr sz="1200"/>
              <a:t>Wipe thoroughly. No tablecloth — bare surface must be spotless.</a:t>
            </a:r>
          </a:p>
          <a:p/>
          <a:p>
            <a:r>
              <a:rPr sz="1200"/>
              <a:t>2</a:t>
            </a:r>
          </a:p>
          <a:p>
            <a:r>
              <a:rPr sz="1200"/>
              <a:t>Pre-set the Napkin</a:t>
            </a:r>
          </a:p>
          <a:p>
            <a:r>
              <a:rPr sz="1200"/>
              <a:t>Place napkins on the table first, one per guest.</a:t>
            </a:r>
          </a:p>
          <a:p/>
          <a:p>
            <a:r>
              <a:rPr sz="1200"/>
              <a:t>3</a:t>
            </a:r>
          </a:p>
          <a:p>
            <a:r>
              <a:rPr sz="1200"/>
              <a:t>Place Brass Tali Plate</a:t>
            </a:r>
          </a:p>
          <a:p>
            <a:r>
              <a:rPr sz="1200"/>
              <a:t>Set brass plate at each seat. Check for fingerprints — keep it polished.</a:t>
            </a:r>
          </a:p>
          <a:p/>
          <a:p>
            <a:r>
              <a:rPr sz="1200"/>
              <a:t>4</a:t>
            </a:r>
          </a:p>
          <a:p>
            <a:r>
              <a:rPr sz="1200"/>
              <a:t>Set Items on the Plate</a:t>
            </a:r>
          </a:p>
          <a:p>
            <a:r>
              <a:rPr sz="1200"/>
              <a:t>Fork (left) + Spoon (right) + Glass + Wet tissue — all on the brass plate.</a:t>
            </a:r>
          </a:p>
          <a:p/>
          <a:p>
            <a:r>
              <a:rPr sz="1200"/>
              <a:t>5</a:t>
            </a:r>
          </a:p>
          <a:p>
            <a:r>
              <a:rPr sz="1200"/>
              <a:t>Glass Type by Branch</a:t>
            </a:r>
          </a:p>
          <a:p>
            <a:r>
              <a:rPr sz="1200"/>
              <a:t>Bronze cup</a:t>
            </a:r>
          </a:p>
          <a:p>
            <a:r>
              <a:rPr sz="1200"/>
              <a:t> most branches   </a:t>
            </a:r>
          </a:p>
          <a:p>
            <a:r>
              <a:rPr sz="1200"/>
              <a:t>Glass tumbler</a:t>
            </a:r>
          </a:p>
          <a:p>
            <a:r>
              <a:rPr sz="1200"/>
              <a:t> Suwon · Hanam · Magok</a:t>
            </a:r>
          </a:p>
          <a:p/>
          <a:p>
            <a:r>
              <a:rPr sz="1200"/>
              <a:t>6</a:t>
            </a:r>
          </a:p>
          <a:p>
            <a:r>
              <a:rPr sz="1200"/>
              <a:t>Add Pickle Set</a:t>
            </a:r>
          </a:p>
          <a:p>
            <a:r>
              <a:rPr sz="1200"/>
              <a:t>Place pickle set at the center of the table. Ready for guests.</a:t>
            </a:r>
          </a:p>
          <a:p/>
          <a:p>
            <a:r>
              <a:rPr sz="1200"/>
              <a:t>Item</a:t>
            </a:r>
          </a:p>
          <a:p>
            <a:r>
              <a:rPr sz="1200"/>
              <a:t>Qty</a:t>
            </a:r>
          </a:p>
          <a:p>
            <a:r>
              <a:rPr sz="1200"/>
              <a:t>Location</a:t>
            </a:r>
          </a:p>
          <a:p/>
          <a:p>
            <a:r>
              <a:rPr sz="1200"/>
              <a:t>Brass tali plate</a:t>
            </a:r>
          </a:p>
          <a:p>
            <a:r>
              <a:rPr sz="1200"/>
              <a:t>Per guest</a:t>
            </a:r>
          </a:p>
          <a:p>
            <a:r>
              <a:rPr sz="1200"/>
              <a:t>Each place</a:t>
            </a:r>
          </a:p>
          <a:p/>
          <a:p>
            <a:r>
              <a:rPr sz="1200"/>
              <a:t>Fork + Spoon </a:t>
            </a:r>
          </a:p>
          <a:p>
            <a:r>
              <a:rPr sz="1200"/>
              <a:t>(no knife)</a:t>
            </a:r>
          </a:p>
          <a:p>
            <a:r>
              <a:rPr sz="1200"/>
              <a:t>Per guest</a:t>
            </a:r>
          </a:p>
          <a:p>
            <a:r>
              <a:rPr sz="1200"/>
              <a:t>On the plate</a:t>
            </a:r>
          </a:p>
          <a:p/>
          <a:p>
            <a:r>
              <a:rPr sz="1200"/>
              <a:t>Glass </a:t>
            </a:r>
          </a:p>
          <a:p>
            <a:r>
              <a:rPr sz="1200"/>
              <a:t>bronze</a:t>
            </a:r>
          </a:p>
          <a:p>
            <a:r>
              <a:rPr sz="1200"/>
              <a:t>/</a:t>
            </a:r>
          </a:p>
          <a:p>
            <a:r>
              <a:rPr sz="1200"/>
              <a:t>glass</a:t>
            </a:r>
          </a:p>
          <a:p>
            <a:r>
              <a:rPr sz="1200"/>
              <a:t>Per guest</a:t>
            </a:r>
          </a:p>
          <a:p>
            <a:r>
              <a:rPr sz="1200"/>
              <a:t>On the plate</a:t>
            </a:r>
          </a:p>
          <a:p/>
          <a:p>
            <a:r>
              <a:rPr sz="1200"/>
              <a:t>Wet tissue</a:t>
            </a:r>
          </a:p>
          <a:p>
            <a:r>
              <a:rPr sz="1200"/>
              <a:t>Per guest</a:t>
            </a:r>
          </a:p>
          <a:p>
            <a:r>
              <a:rPr sz="1200"/>
              <a:t>On the plate</a:t>
            </a:r>
          </a:p>
          <a:p/>
          <a:p>
            <a:r>
              <a:rPr sz="1200"/>
              <a:t>Napkin</a:t>
            </a:r>
          </a:p>
          <a:p>
            <a:r>
              <a:rPr sz="1200"/>
              <a:t>Per guest</a:t>
            </a:r>
          </a:p>
          <a:p>
            <a:r>
              <a:rPr sz="1200"/>
              <a:t>Pre-set on table</a:t>
            </a:r>
          </a:p>
          <a:p/>
          <a:p>
            <a:r>
              <a:rPr sz="1200"/>
              <a:t>Pickle set</a:t>
            </a:r>
          </a:p>
          <a:p>
            <a:r>
              <a:rPr sz="1200"/>
              <a:t>1 per table</a:t>
            </a:r>
          </a:p>
          <a:p>
            <a:r>
              <a:rPr sz="1200"/>
              <a:t>Center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05: Taking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Chapter 05 — Taking Orders</a:t>
            </a:r>
          </a:p>
          <a:p/>
          <a:p>
            <a:r>
              <a:rPr sz="1200"/>
              <a:t>🍽️ Our Ordering System</a:t>
            </a:r>
          </a:p>
          <a:p/>
          <a:p>
            <a:r>
              <a:rPr sz="1200"/>
              <a:t>At Everest, guests place orders themselves using a </a:t>
            </a:r>
          </a:p>
          <a:p>
            <a:r>
              <a:rPr sz="1200"/>
              <a:t>tablet at the table</a:t>
            </a:r>
          </a:p>
          <a:p>
            <a:r>
              <a:rPr sz="1200"/>
              <a:t>. Our role is to </a:t>
            </a:r>
          </a:p>
          <a:p>
            <a:r>
              <a:rPr sz="1200"/>
              <a:t>assist, guide, and catch problems</a:t>
            </a:r>
          </a:p>
          <a:p>
            <a:r>
              <a:rPr sz="1200"/>
              <a:t> — not to take orders directly. Always stay observant and approachable so guests feel supported throughout the process.</a:t>
            </a:r>
          </a:p>
          <a:p/>
          <a:p>
            <a:r>
              <a:rPr sz="1200"/>
              <a:t>⚠️ Common Problems &amp; Solutions</a:t>
            </a:r>
          </a:p>
          <a:p/>
          <a:p>
            <a:r>
              <a:rPr sz="1200"/>
              <a:t>1</a:t>
            </a:r>
          </a:p>
          <a:p/>
          <a:p>
            <a:r>
              <a:rPr sz="1200"/>
              <a:t>Guest orders curry but forgets to order rice or bread</a:t>
            </a:r>
          </a:p>
          <a:p/>
          <a:p>
            <a:r>
              <a:rPr sz="1200"/>
              <a:t>❌ Problem</a:t>
            </a:r>
          </a:p>
          <a:p/>
          <a:p>
            <a:r>
              <a:rPr sz="1200"/>
              <a:t>Many guests try Nepalese food for the first time and are unfamiliar with how curry is eaten — they may not realize that rice, naan, or roti is needed alongside it. The order arrives incomplete and the guest is confused or disappointed.</a:t>
            </a:r>
          </a:p>
          <a:p/>
          <a:p>
            <a:r>
              <a:rPr sz="1200"/>
              <a:t>✅ Solution</a:t>
            </a:r>
          </a:p>
          <a:p/>
          <a:p>
            <a:r>
              <a:rPr sz="1200"/>
              <a:t>After the guest places their order, quickly check the tablet summary. If you see curry without rice or bread, approach warmly:</a:t>
            </a:r>
          </a:p>
          <a:p>
            <a:r>
              <a:rPr sz="1200"/>
              <a:t>"I noticed you ordered our curry — would you like to add rice or naan to go with it? Most guests enjoy it that way!"</a:t>
            </a:r>
          </a:p>
          <a:p>
            <a:r>
              <a:rPr sz="1200"/>
              <a:t>Suggest it as a helpful tip, not a correction. Always be friendly and never make the guest feel embarrassed.</a:t>
            </a:r>
          </a:p>
          <a:p/>
          <a:p>
            <a:r>
              <a:rPr sz="1200"/>
              <a:t>2</a:t>
            </a:r>
          </a:p>
          <a:p/>
          <a:p>
            <a:r>
              <a:rPr sz="1200"/>
              <a:t>Guest takes too long because the tablet is unfamiliar</a:t>
            </a:r>
          </a:p>
          <a:p/>
          <a:p>
            <a:r>
              <a:rPr sz="1200"/>
              <a:t>❌ Problem</a:t>
            </a:r>
          </a:p>
          <a:p/>
          <a:p>
            <a:r>
              <a:rPr sz="1200"/>
              <a:t>Some guests — particularly older customers or first-time visitors — may struggle to navigate the tablet. Long delays cause frustration, slow table turnover, and may prevent them from ordering what they actually want.</a:t>
            </a:r>
          </a:p>
          <a:p/>
          <a:p>
            <a:r>
              <a:rPr sz="1200"/>
              <a:t>✅ Solution</a:t>
            </a:r>
          </a:p>
          <a:p/>
          <a:p>
            <a:r>
              <a:rPr sz="1200"/>
              <a:t>If a table has been reviewing the menu for 5+ minutes without ordering, approach gently and offer help:</a:t>
            </a:r>
          </a:p>
          <a:p>
            <a:r>
              <a:rPr sz="1200"/>
              <a:t>"Are you having any trouble with the tablet? I'm happy to walk you through it or help you order."</a:t>
            </a:r>
          </a:p>
          <a:p>
            <a:r>
              <a:rPr sz="1200"/>
              <a:t>Offer to guide them step by step, or take the order verbally if needed. Never let a guest feel stranded.</a:t>
            </a:r>
          </a:p>
          <a:p/>
          <a:p>
            <a:r>
              <a:rPr sz="1200"/>
              <a:t>3</a:t>
            </a:r>
          </a:p>
          <a:p/>
          <a:p>
            <a:r>
              <a:rPr sz="1200"/>
              <a:t>Guest accidentally places a double order</a:t>
            </a:r>
          </a:p>
          <a:p/>
          <a:p>
            <a:r>
              <a:rPr sz="1200"/>
              <a:t>❌ Problem</a:t>
            </a:r>
          </a:p>
          <a:p/>
          <a:p>
            <a:r>
              <a:rPr sz="1200"/>
              <a:t>A guest taps a menu item twice by mistake, resulting in duplicate dishes being sent to the kitchen. This leads to wasted food, confused guests, and unnecessary charges on the bill.</a:t>
            </a:r>
          </a:p>
          <a:p/>
          <a:p>
            <a:r>
              <a:rPr sz="1200"/>
              <a:t>✅ Solution</a:t>
            </a:r>
          </a:p>
          <a:p/>
          <a:p>
            <a:r>
              <a:rPr sz="1200"/>
              <a:t>Regularly monitor the tablet order queue, especially after a guest submits. If you spot a duplicate, immediately alert the kitchen to hold the extra dish and inform the guest:</a:t>
            </a:r>
          </a:p>
          <a:p>
            <a:r>
              <a:rPr sz="1200"/>
              <a:t>"It looks like the same dish was ordered twice — would you like both, or shall I cancel one for you?"</a:t>
            </a:r>
          </a:p>
          <a:p>
            <a:r>
              <a:rPr sz="1200"/>
              <a:t>Always handle it calmly so the guest doesn't feel at fault.</a:t>
            </a:r>
          </a:p>
          <a:p/>
          <a:p>
            <a:r>
              <a:rPr sz="1200"/>
              <a:t>4</a:t>
            </a:r>
          </a:p>
          <a:p/>
          <a:p>
            <a:r>
              <a:rPr sz="1200"/>
              <a:t>Guest orders individual items that match a set menu, but pays more</a:t>
            </a:r>
          </a:p>
          <a:p/>
          <a:p>
            <a:r>
              <a:rPr sz="1200"/>
              <a:t>❌ Problem</a:t>
            </a:r>
          </a:p>
          <a:p/>
          <a:p>
            <a:r>
              <a:rPr sz="1200"/>
              <a:t>A guest selects items individually (e.g., curry + naan + salad) without realizing these are available as a discounted set menu. They end up paying more than necessary, and may feel misled when they see the bill.</a:t>
            </a:r>
          </a:p>
          <a:p/>
          <a:p>
            <a:r>
              <a:rPr sz="1200"/>
              <a:t>✅ Solution</a:t>
            </a:r>
          </a:p>
          <a:p/>
          <a:p>
            <a:r>
              <a:rPr sz="1200"/>
              <a:t>When you notice a guest's order matches an available set menu, proactively let them know before the order is confirmed:</a:t>
            </a:r>
          </a:p>
          <a:p>
            <a:r>
              <a:rPr sz="1200"/>
              <a:t>"I noticed those items are also available as our set menu at a better price — would you like to switch? It includes the same dishes and saves you some money!"</a:t>
            </a:r>
          </a:p>
          <a:p>
            <a:r>
              <a:rPr sz="1200"/>
              <a:t>This small gesture builds trust and shows guests that Everest genuinely cares about their experience, not just the bill.</a:t>
            </a:r>
          </a:p>
          <a:p/>
          <a:p>
            <a:r>
              <a:rPr sz="1200"/>
              <a:t>💡 Key Mindset</a:t>
            </a:r>
          </a:p>
          <a:p/>
          <a:p>
            <a:r>
              <a:rPr sz="1200"/>
              <a:t>The tablet handles the ordering — your job is to </a:t>
            </a:r>
          </a:p>
          <a:p>
            <a:r>
              <a:rPr sz="1200"/>
              <a:t>watch, support, and step in when needed</a:t>
            </a:r>
          </a:p>
          <a:p>
            <a:r>
              <a:rPr sz="1200"/>
              <a:t>. Stay visible, stay attentive, and always act in the guest's best interest.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06: Food Service &amp; Serving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7 Principles of Food Service</a:t>
            </a:r>
          </a:p>
          <a:p/>
          <a:p>
            <a:r>
              <a:rPr sz="1200"/>
              <a:t>1</a:t>
            </a:r>
          </a:p>
          <a:p>
            <a:r>
              <a:rPr sz="1200"/>
              <a:t>Serve from the Right</a:t>
            </a:r>
          </a:p>
          <a:p>
            <a:r>
              <a:rPr sz="1200"/>
              <a:t>Food served from the guest's right. Beverages refilled from the left.</a:t>
            </a:r>
          </a:p>
          <a:p/>
          <a:p>
            <a:r>
              <a:rPr sz="1200"/>
              <a:t>2</a:t>
            </a:r>
          </a:p>
          <a:p>
            <a:r>
              <a:rPr sz="1200"/>
              <a:t>Announce the Dish</a:t>
            </a:r>
          </a:p>
          <a:p>
            <a:r>
              <a:rPr sz="1200"/>
              <a:t>Say the dish name as you place it: "Here is your Butter Chicken Curry!"</a:t>
            </a:r>
          </a:p>
          <a:p/>
          <a:p>
            <a:r>
              <a:rPr sz="1200"/>
              <a:t>3</a:t>
            </a:r>
          </a:p>
          <a:p>
            <a:r>
              <a:rPr sz="1200"/>
              <a:t>Warn About Hot Dishes</a:t>
            </a:r>
          </a:p>
          <a:p>
            <a:r>
              <a:rPr sz="1200"/>
              <a:t>Always say "Careful — the plate is very hot!" to prevent accidents.</a:t>
            </a:r>
          </a:p>
          <a:p/>
          <a:p>
            <a:r>
              <a:rPr sz="1200"/>
              <a:t>4</a:t>
            </a:r>
          </a:p>
          <a:p>
            <a:r>
              <a:rPr sz="1200"/>
              <a:t>Wish Them a Great Meal</a:t>
            </a:r>
          </a:p>
          <a:p>
            <a:r>
              <a:rPr sz="1200"/>
              <a:t>After placing the dish, always say "Enjoy your meal!" with a warm smile.</a:t>
            </a:r>
          </a:p>
          <a:p/>
          <a:p>
            <a:r>
              <a:rPr sz="1200"/>
              <a:t>5</a:t>
            </a:r>
          </a:p>
          <a:p>
            <a:r>
              <a:rPr sz="1200"/>
              <a:t>Check for Extra Needs</a:t>
            </a:r>
          </a:p>
          <a:p>
            <a:r>
              <a:rPr sz="1200"/>
              <a:t>After serving, ask if anything else is needed — water, sauce, more bread.</a:t>
            </a:r>
          </a:p>
          <a:p/>
          <a:p>
            <a:r>
              <a:rPr sz="1200"/>
              <a:t>6</a:t>
            </a:r>
          </a:p>
          <a:p>
            <a:r>
              <a:rPr sz="1200"/>
              <a:t>Stay Within Sight</a:t>
            </a:r>
          </a:p>
          <a:p>
            <a:r>
              <a:rPr sz="1200"/>
              <a:t>During meals, stay visible so guests can easily call on you.</a:t>
            </a:r>
          </a:p>
          <a:p/>
          <a:p>
            <a:r>
              <a:rPr sz="1200"/>
              <a:t>7</a:t>
            </a:r>
          </a:p>
          <a:p>
            <a:r>
              <a:rPr sz="1200"/>
              <a:t>Clear Plates Promptly</a:t>
            </a:r>
          </a:p>
          <a:p>
            <a:r>
              <a:rPr sz="1200"/>
              <a:t>Once a guest has clearly finished, clear dishes courteously and quickly.</a:t>
            </a:r>
          </a:p>
          <a:p/>
          <a:p>
            <a:r>
              <a:rPr sz="1200"/>
              <a:t>🍛 Serving Script</a:t>
            </a:r>
          </a:p>
          <a:p>
            <a:r>
              <a:rPr sz="1200"/>
              <a:t>"Here is your Butter Chicken Curry — careful, the bowl is very hot! Enjoy your meal! 😊"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07: Menu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📚 Staff Rule</a:t>
            </a:r>
          </a:p>
          <a:p>
            <a:r>
              <a:rPr sz="1200"/>
              <a:t>Every staff member must taste and be able to describe all menu items. Guests trust your recommendations!</a:t>
            </a:r>
          </a:p>
          <a:p/>
          <a:p>
            <a:r>
              <a:rPr sz="1200"/>
              <a:t>🏆 Curry Best Sellers</a:t>
            </a:r>
          </a:p>
          <a:p/>
          <a:p>
            <a:r>
              <a:rPr sz="1200"/>
              <a:t>🍛</a:t>
            </a:r>
          </a:p>
          <a:p>
            <a:r>
              <a:rPr sz="1200"/>
              <a:t>Chicken Makhani</a:t>
            </a:r>
          </a:p>
          <a:p>
            <a:r>
              <a:rPr sz="1200"/>
              <a:t>Rich tomato &amp; cream base, mild and buttery</a:t>
            </a:r>
          </a:p>
          <a:p>
            <a:r>
              <a:rPr sz="1200"/>
              <a:t>🥇 #1 Best Seller</a:t>
            </a:r>
          </a:p>
          <a:p/>
          <a:p>
            <a:r>
              <a:rPr sz="1200"/>
              <a:t>🍛</a:t>
            </a:r>
          </a:p>
          <a:p>
            <a:r>
              <a:rPr sz="1200"/>
              <a:t>Chicken Tikka Masala</a:t>
            </a:r>
          </a:p>
          <a:p>
            <a:r>
              <a:rPr sz="1200"/>
              <a:t>Grilled chicken in spiced tomato-cream sauce</a:t>
            </a:r>
          </a:p>
          <a:p>
            <a:r>
              <a:rPr sz="1200"/>
              <a:t>🥈 #2 Best Seller</a:t>
            </a:r>
          </a:p>
          <a:p/>
          <a:p>
            <a:r>
              <a:rPr sz="1200"/>
              <a:t>🥬</a:t>
            </a:r>
          </a:p>
          <a:p>
            <a:r>
              <a:rPr sz="1200"/>
              <a:t>Palak Paneer</a:t>
            </a:r>
          </a:p>
          <a:p>
            <a:r>
              <a:rPr sz="1200"/>
              <a:t>Fresh spinach with soft Indian cheese</a:t>
            </a:r>
          </a:p>
          <a:p>
            <a:r>
              <a:rPr sz="1200"/>
              <a:t>🥉 #3 Best Seller</a:t>
            </a:r>
          </a:p>
          <a:p/>
          <a:p>
            <a:r>
              <a:rPr sz="1200"/>
              <a:t>🔥 Tandoori &amp; Other Dishes</a:t>
            </a:r>
          </a:p>
          <a:p/>
          <a:p>
            <a:r>
              <a:rPr sz="1200"/>
              <a:t>🍗</a:t>
            </a:r>
          </a:p>
          <a:p>
            <a:r>
              <a:rPr sz="1200"/>
              <a:t>Tandoori Chicken</a:t>
            </a:r>
          </a:p>
          <a:p>
            <a:r>
              <a:rPr sz="1200"/>
              <a:t>Marinated in yogurt &amp; spices, cooked in a clay tandoor oven for a smoky, charred flavour</a:t>
            </a:r>
          </a:p>
          <a:p/>
          <a:p>
            <a:r>
              <a:rPr sz="1200"/>
              <a:t>🥩</a:t>
            </a:r>
          </a:p>
          <a:p>
            <a:r>
              <a:rPr sz="1200"/>
              <a:t>Seekh Kebab</a:t>
            </a:r>
          </a:p>
          <a:p>
            <a:r>
              <a:rPr sz="1200"/>
              <a:t>Spiced minced meat on skewers, grilled in the tandoor oven</a:t>
            </a:r>
          </a:p>
          <a:p/>
          <a:p>
            <a:r>
              <a:rPr sz="1200"/>
              <a:t>🫓</a:t>
            </a:r>
          </a:p>
          <a:p>
            <a:r>
              <a:rPr sz="1200"/>
              <a:t>Naan</a:t>
            </a:r>
          </a:p>
          <a:p>
            <a:r>
              <a:rPr sz="1200"/>
              <a:t>Soft leavened flatbread — Plain, Butter, or Garlic. Perfect with any curry</a:t>
            </a:r>
          </a:p>
          <a:p/>
          <a:p>
            <a:r>
              <a:rPr sz="1200"/>
              <a:t>🥛</a:t>
            </a:r>
          </a:p>
          <a:p>
            <a:r>
              <a:rPr sz="1200"/>
              <a:t>Mango Lassi</a:t>
            </a:r>
          </a:p>
          <a:p>
            <a:r>
              <a:rPr sz="1200"/>
              <a:t>Chilled yogurt &amp; mango drink — great for cooling down spicy dishes</a:t>
            </a:r>
          </a:p>
          <a:p/>
          <a:p>
            <a:r>
              <a:rPr sz="1200"/>
              <a:t>🍵</a:t>
            </a:r>
          </a:p>
          <a:p>
            <a:r>
              <a:rPr sz="1200"/>
              <a:t>Masala Chiya</a:t>
            </a:r>
          </a:p>
          <a:p>
            <a:r>
              <a:rPr sz="1200"/>
              <a:t>Traditional Nepalese spiced milk tea brewed with cardamom, ginger &amp; cinnamon</a:t>
            </a:r>
          </a:p>
          <a:p/>
          <a:p>
            <a:r>
              <a:rPr sz="1200"/>
              <a:t>⚠️ Key Allergens — Always Confirm!</a:t>
            </a:r>
          </a:p>
          <a:p>
            <a:r>
              <a:rPr sz="1200"/>
              <a:t>Nuts (cashews) · Dairy (yogurt, cream) · Gluten (naan, chapati) · Eggs · Shellfish</a:t>
            </a:r>
          </a:p>
          <a:p/>
          <a:p>
            <a:r>
              <a:rPr sz="1200"/>
              <a:t>Category</a:t>
            </a:r>
          </a:p>
          <a:p>
            <a:r>
              <a:rPr sz="1200"/>
              <a:t>Recommend for</a:t>
            </a:r>
          </a:p>
          <a:p/>
          <a:p>
            <a:r>
              <a:rPr sz="1200"/>
              <a:t>Curry</a:t>
            </a:r>
          </a:p>
          <a:p>
            <a:r>
              <a:rPr sz="1200"/>
              <a:t> Chicken Makhani, Chicken Tikka Masala</a:t>
            </a:r>
          </a:p>
          <a:p>
            <a:r>
              <a:rPr sz="1200"/>
              <a:t>First-time visitors</a:t>
            </a:r>
          </a:p>
          <a:p/>
          <a:p>
            <a:r>
              <a:rPr sz="1200"/>
              <a:t>Tandoori</a:t>
            </a:r>
          </a:p>
          <a:p>
            <a:r>
              <a:rPr sz="1200"/>
              <a:t> Tandoori Chicken, Seekh Kebab</a:t>
            </a:r>
          </a:p>
          <a:p>
            <a:r>
              <a:rPr sz="1200"/>
              <a:t>Meat lovers</a:t>
            </a:r>
          </a:p>
          <a:p/>
          <a:p>
            <a:r>
              <a:rPr sz="1200"/>
              <a:t>Vegetarian</a:t>
            </a:r>
          </a:p>
          <a:p>
            <a:r>
              <a:rPr sz="1200"/>
              <a:t> Palak Paneer, Naan</a:t>
            </a:r>
          </a:p>
          <a:p>
            <a:r>
              <a:rPr sz="1200"/>
              <a:t>Vegetarians &amp; families</a:t>
            </a:r>
          </a:p>
          <a:p/>
          <a:p>
            <a:r>
              <a:rPr sz="1200"/>
              <a:t>Drinks</a:t>
            </a:r>
          </a:p>
          <a:p>
            <a:r>
              <a:rPr sz="1200"/>
              <a:t> Mango Lassi, Masala Chiya</a:t>
            </a:r>
          </a:p>
          <a:p>
            <a:r>
              <a:rPr sz="1200"/>
              <a:t>Spicy food pairing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08: Complaint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The HEART Model</a:t>
            </a:r>
          </a:p>
          <a:p/>
          <a:p>
            <a:r>
              <a:rPr sz="1200"/>
              <a:t>H</a:t>
            </a:r>
          </a:p>
          <a:p>
            <a:r>
              <a:rPr sz="1200"/>
              <a:t>Hear</a:t>
            </a:r>
          </a:p>
          <a:p>
            <a:r>
              <a:rPr sz="1200"/>
              <a:t>Listen fully</a:t>
            </a:r>
          </a:p>
          <a:p>
            <a:r>
              <a:rPr sz="1200"/>
              <a:t>Let the guest speak without interruption. Listen attentively.</a:t>
            </a:r>
          </a:p>
          <a:p>
            <a:r>
              <a:rPr sz="1200"/>
              <a:t>"Please go ahead, I'm listening."</a:t>
            </a:r>
          </a:p>
          <a:p/>
          <a:p>
            <a:r>
              <a:rPr sz="1200"/>
              <a:t>E</a:t>
            </a:r>
          </a:p>
          <a:p>
            <a:r>
              <a:rPr sz="1200"/>
              <a:t>Empathize</a:t>
            </a:r>
          </a:p>
          <a:p>
            <a:r>
              <a:rPr sz="1200"/>
              <a:t>Understand their feelings</a:t>
            </a:r>
          </a:p>
          <a:p>
            <a:r>
              <a:rPr sz="1200"/>
              <a:t>Genuinely acknowledge the guest's frustration.</a:t>
            </a:r>
          </a:p>
          <a:p>
            <a:r>
              <a:rPr sz="1200"/>
              <a:t>"I completely understand how you feel."</a:t>
            </a:r>
          </a:p>
          <a:p/>
          <a:p>
            <a:r>
              <a:rPr sz="1200"/>
              <a:t>A</a:t>
            </a:r>
          </a:p>
          <a:p>
            <a:r>
              <a:rPr sz="1200"/>
              <a:t>Apologize</a:t>
            </a:r>
          </a:p>
          <a:p>
            <a:r>
              <a:rPr sz="1200"/>
              <a:t>Say sorry sincerely</a:t>
            </a:r>
          </a:p>
          <a:p>
            <a:r>
              <a:rPr sz="1200"/>
              <a:t>Offer a sincere apology, even if not your personal mistake.</a:t>
            </a:r>
          </a:p>
          <a:p>
            <a:r>
              <a:rPr sz="1200"/>
              <a:t>"I sincerely apologize for the inconvenience."</a:t>
            </a:r>
          </a:p>
          <a:p/>
          <a:p>
            <a:r>
              <a:rPr sz="1200"/>
              <a:t>R</a:t>
            </a:r>
          </a:p>
          <a:p>
            <a:r>
              <a:rPr sz="1200"/>
              <a:t>Resolve</a:t>
            </a:r>
          </a:p>
          <a:p>
            <a:r>
              <a:rPr sz="1200"/>
              <a:t>Fix it immediately</a:t>
            </a:r>
          </a:p>
          <a:p>
            <a:r>
              <a:rPr sz="1200"/>
              <a:t>Offer a swift, appropriate solution. Act right away.</a:t>
            </a:r>
          </a:p>
          <a:p>
            <a:r>
              <a:rPr sz="1200"/>
              <a:t>"I'll have a fresh one prepared right away."</a:t>
            </a:r>
          </a:p>
          <a:p/>
          <a:p>
            <a:r>
              <a:rPr sz="1200"/>
              <a:t>T</a:t>
            </a:r>
          </a:p>
          <a:p>
            <a:r>
              <a:rPr sz="1200"/>
              <a:t>Thank</a:t>
            </a:r>
          </a:p>
          <a:p>
            <a:r>
              <a:rPr sz="1200"/>
              <a:t>Show gratitude</a:t>
            </a:r>
          </a:p>
          <a:p>
            <a:r>
              <a:rPr sz="1200"/>
              <a:t>Thank the guest sincerely for the feedback.</a:t>
            </a:r>
          </a:p>
          <a:p>
            <a:r>
              <a:rPr sz="1200"/>
              <a:t>"Thank you so much for letting us know."</a:t>
            </a:r>
          </a:p>
          <a:p/>
          <a:p>
            <a:r>
              <a:rPr sz="1200"/>
              <a:t>Situation</a:t>
            </a:r>
          </a:p>
          <a:p>
            <a:r>
              <a:rPr sz="1200"/>
              <a:t>Response &amp; Action</a:t>
            </a:r>
          </a:p>
          <a:p/>
          <a:p>
            <a:r>
              <a:rPr sz="1200"/>
              <a:t>Too spicy</a:t>
            </a:r>
          </a:p>
          <a:p>
            <a:r>
              <a:rPr sz="1200"/>
              <a:t>Offer mild remake or free yogurt/rice</a:t>
            </a:r>
          </a:p>
          <a:p/>
          <a:p>
            <a:r>
              <a:rPr sz="1200"/>
              <a:t>Foreign object</a:t>
            </a:r>
          </a:p>
          <a:p>
            <a:r>
              <a:rPr sz="1200"/>
              <a:t>Replace immediately, call manager, no charge</a:t>
            </a:r>
          </a:p>
          <a:p/>
          <a:p>
            <a:r>
              <a:rPr sz="1200"/>
              <a:t>Long wait</a:t>
            </a:r>
          </a:p>
          <a:p>
            <a:r>
              <a:rPr sz="1200"/>
              <a:t>Update status, serve sides first, consider discount</a:t>
            </a:r>
          </a:p>
          <a:p/>
          <a:p>
            <a:r>
              <a:rPr sz="1200"/>
              <a:t>Wrong dish</a:t>
            </a:r>
          </a:p>
          <a:p>
            <a:r>
              <a:rPr sz="1200"/>
              <a:t>Remake correct dish, compensate for wait</a:t>
            </a:r>
          </a:p>
          <a:p/>
          <a:p>
            <a:r>
              <a:rPr sz="1200"/>
              <a:t>Dirty cutlery</a:t>
            </a:r>
          </a:p>
          <a:p>
            <a:r>
              <a:rPr sz="1200"/>
              <a:t>Replace new cutlery right away</a:t>
            </a:r>
          </a:p>
          <a:p/>
          <a:p>
            <a:r>
              <a:rPr sz="1200"/>
              <a:t>🚨 Never Say These</a:t>
            </a:r>
          </a:p>
          <a:p>
            <a:r>
              <a:rPr sz="1200"/>
              <a:t>"I don't know" · "That's our policy" · "Other guests didn't complain" — These are strictly forbidden. If unresolved, </a:t>
            </a:r>
          </a:p>
          <a:p>
            <a:r>
              <a:rPr sz="1200"/>
              <a:t>call the manager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09: Hygiene &amp; Food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6-Step Handwashing</a:t>
            </a:r>
          </a:p>
          <a:p/>
          <a:p>
            <a:r>
              <a:rPr sz="1200"/>
              <a:t>👐</a:t>
            </a:r>
          </a:p>
          <a:p>
            <a:r>
              <a:rPr sz="1200"/>
              <a:t>Step 1</a:t>
            </a:r>
          </a:p>
          <a:p>
            <a:r>
              <a:rPr sz="1200"/>
              <a:t>Rub palms</a:t>
            </a:r>
          </a:p>
          <a:p/>
          <a:p>
            <a:r>
              <a:rPr sz="1200"/>
              <a:t>🤜</a:t>
            </a:r>
          </a:p>
          <a:p>
            <a:r>
              <a:rPr sz="1200"/>
              <a:t>Step 2</a:t>
            </a:r>
          </a:p>
          <a:p>
            <a:r>
              <a:rPr sz="1200"/>
              <a:t>Scrub back</a:t>
            </a:r>
          </a:p>
          <a:p/>
          <a:p>
            <a:r>
              <a:rPr sz="1200"/>
              <a:t>🤞</a:t>
            </a:r>
          </a:p>
          <a:p>
            <a:r>
              <a:rPr sz="1200"/>
              <a:t>Step 3</a:t>
            </a:r>
          </a:p>
          <a:p>
            <a:r>
              <a:rPr sz="1200"/>
              <a:t>Between fingers</a:t>
            </a:r>
          </a:p>
          <a:p/>
          <a:p>
            <a:r>
              <a:rPr sz="1200"/>
              <a:t>👊</a:t>
            </a:r>
          </a:p>
          <a:p>
            <a:r>
              <a:rPr sz="1200"/>
              <a:t>Step 4</a:t>
            </a:r>
          </a:p>
          <a:p>
            <a:r>
              <a:rPr sz="1200"/>
              <a:t>Fingertips &amp; nails</a:t>
            </a:r>
          </a:p>
          <a:p/>
          <a:p>
            <a:r>
              <a:rPr sz="1200"/>
              <a:t>👍</a:t>
            </a:r>
          </a:p>
          <a:p>
            <a:r>
              <a:rPr sz="1200"/>
              <a:t>Step 5</a:t>
            </a:r>
          </a:p>
          <a:p>
            <a:r>
              <a:rPr sz="1200"/>
              <a:t>Thumbs</a:t>
            </a:r>
          </a:p>
          <a:p/>
          <a:p>
            <a:r>
              <a:rPr sz="1200"/>
              <a:t>💦</a:t>
            </a:r>
          </a:p>
          <a:p>
            <a:r>
              <a:rPr sz="1200"/>
              <a:t>Step 6</a:t>
            </a:r>
          </a:p>
          <a:p>
            <a:r>
              <a:rPr sz="1200"/>
              <a:t>Rinse to wrists</a:t>
            </a:r>
          </a:p>
          <a:p/>
          <a:p>
            <a:r>
              <a:rPr sz="1200"/>
              <a:t>⏱ 20–30 sec per step · Total: 2+ minutes</a:t>
            </a:r>
          </a:p>
          <a:p>
            <a:r>
              <a:rPr sz="1200"/>
              <a:t>Wash before handling food, after restroom, after sneezing, after handling cash, and every 30 minutes during service.</a:t>
            </a:r>
          </a:p>
          <a:p/>
          <a:p>
            <a:r>
              <a:rPr sz="1200"/>
              <a:t>Temperature Safety</a:t>
            </a:r>
          </a:p>
          <a:p/>
          <a:p>
            <a:r>
              <a:rPr sz="1200"/>
              <a:t>❄️ Cold food: keep below 5°C</a:t>
            </a:r>
          </a:p>
          <a:p/>
          <a:p>
            <a:r>
              <a:rPr sz="1200"/>
              <a:t>⚠️ Danger Zone: 5°C – 60°C (bacteria multiply!)</a:t>
            </a:r>
          </a:p>
          <a:p/>
          <a:p>
            <a:r>
              <a:rPr sz="1200"/>
              <a:t>🔥 Hot food: keep above 60°C when serving</a:t>
            </a:r>
          </a:p>
          <a:p/>
          <a:p>
            <a:r>
              <a:rPr sz="1200"/>
              <a:t>🧹</a:t>
            </a:r>
          </a:p>
          <a:p>
            <a:r>
              <a:rPr sz="1200"/>
              <a:t>Cleanliness Standards</a:t>
            </a:r>
          </a:p>
          <a:p>
            <a:r>
              <a:rPr sz="1200"/>
              <a:t>Clean tables between every seating</a:t>
            </a:r>
          </a:p>
          <a:p>
            <a:r>
              <a:rPr sz="1200"/>
              <a:t>Check restrooms every hour</a:t>
            </a:r>
          </a:p>
          <a:p>
            <a:r>
              <a:rPr sz="1200"/>
              <a:t>Wash dishes at high temperature, air dry</a:t>
            </a:r>
          </a:p>
          <a:p>
            <a:r>
              <a:rPr sz="1200"/>
              <a:t>Discard cracked or chipped dishes immediately</a:t>
            </a:r>
          </a:p>
          <a:p>
            <a:r>
              <a:rPr sz="1200"/>
              <a:t>Store leftovers sealed in the fridge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[EN] Chapter 10: Daily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☀️ Opening Checklist (30 min before)</a:t>
            </a:r>
          </a:p>
          <a:p/>
          <a:p>
            <a:r>
              <a:rPr sz="1200"/>
              <a:t>Uniform &amp; appearance check completed</a:t>
            </a:r>
          </a:p>
          <a:p/>
          <a:p>
            <a:r>
              <a:rPr sz="1200"/>
              <a:t>Name badge worn correctly</a:t>
            </a:r>
          </a:p>
          <a:p/>
          <a:p>
            <a:r>
              <a:rPr sz="1200"/>
              <a:t>Table surfaces wiped clean (no tablecloth)</a:t>
            </a:r>
          </a:p>
          <a:p/>
          <a:p>
            <a:r>
              <a:rPr sz="1200"/>
              <a:t>Napkins pre-set on all tables</a:t>
            </a:r>
          </a:p>
          <a:p/>
          <a:p>
            <a:r>
              <a:rPr sz="1200"/>
              <a:t>Brass plates + fork/spoon/glass/wet tissue set on plates</a:t>
            </a:r>
          </a:p>
          <a:p/>
          <a:p>
            <a:r>
              <a:rPr sz="1200"/>
              <a:t>Glass type confirmed per branch standard</a:t>
            </a:r>
          </a:p>
          <a:p/>
          <a:p>
            <a:r>
              <a:rPr sz="1200"/>
              <a:t>Pickle freshness checked &amp; prepared</a:t>
            </a:r>
          </a:p>
          <a:p/>
          <a:p>
            <a:r>
              <a:rPr sz="1200"/>
              <a:t>Restroom cleanliness checked</a:t>
            </a:r>
          </a:p>
          <a:p/>
          <a:p>
            <a:r>
              <a:rPr sz="1200"/>
              <a:t>Lighting &amp; music at correct levels</a:t>
            </a:r>
          </a:p>
          <a:p/>
          <a:p>
            <a:r>
              <a:rPr sz="1200"/>
              <a:t>Today's specials &amp; sold-out items confirmed</a:t>
            </a:r>
          </a:p>
          <a:p/>
          <a:p>
            <a:r>
              <a:rPr sz="1200"/>
              <a:t>POS system working correctly</a:t>
            </a:r>
          </a:p>
          <a:p/>
          <a:p>
            <a:r>
              <a:rPr sz="1200"/>
              <a:t>Reservations checked</a:t>
            </a:r>
          </a:p>
          <a:p/>
          <a:p>
            <a:r>
              <a:rPr sz="1200"/>
              <a:t>🌙 Closing Checklist (30 min before close)</a:t>
            </a:r>
          </a:p>
          <a:p/>
          <a:p>
            <a:r>
              <a:rPr sz="1200"/>
              <a:t>All guests checked out and farewelled</a:t>
            </a:r>
          </a:p>
          <a:p/>
          <a:p>
            <a:r>
              <a:rPr sz="1200"/>
              <a:t>All tables cleaned &amp; reset</a:t>
            </a:r>
          </a:p>
          <a:p/>
          <a:p>
            <a:r>
              <a:rPr sz="1200"/>
              <a:t>Dishes washed and stored</a:t>
            </a:r>
          </a:p>
          <a:p/>
          <a:p>
            <a:r>
              <a:rPr sz="1200"/>
              <a:t>Leftover food sealed &amp; refrigerated</a:t>
            </a:r>
          </a:p>
          <a:p/>
          <a:p>
            <a:r>
              <a:rPr sz="1200"/>
              <a:t>Pickle sealed &amp; refrigerated</a:t>
            </a:r>
          </a:p>
          <a:p/>
          <a:p>
            <a:r>
              <a:rPr sz="1200"/>
              <a:t>Grill &amp; cooking equipment cleaned</a:t>
            </a:r>
          </a:p>
          <a:p/>
          <a:p>
            <a:r>
              <a:rPr sz="1200"/>
              <a:t>Floors swept &amp; mopped</a:t>
            </a:r>
          </a:p>
          <a:p/>
          <a:p>
            <a:r>
              <a:rPr sz="1200"/>
              <a:t>Restrooms final clean</a:t>
            </a:r>
          </a:p>
          <a:p/>
          <a:p>
            <a:r>
              <a:rPr sz="1200"/>
              <a:t>Trash sorted &amp; removed</a:t>
            </a:r>
          </a:p>
          <a:p/>
          <a:p>
            <a:r>
              <a:rPr sz="1200"/>
              <a:t>Daily sales &amp; orders logged</a:t>
            </a:r>
          </a:p>
          <a:p/>
          <a:p>
            <a:r>
              <a:rPr sz="1200"/>
              <a:t>Next day's reservations reviewed</a:t>
            </a:r>
          </a:p>
          <a:p/>
          <a:p>
            <a:r>
              <a:rPr sz="1200"/>
              <a:t>Gas, electricity &amp; safety final check</a:t>
            </a:r>
          </a:p>
          <a:p/>
          <a:p>
            <a:r>
              <a:rPr sz="1200"/>
              <a:t>Item</a:t>
            </a:r>
          </a:p>
          <a:p>
            <a:r>
              <a:rPr sz="1200"/>
              <a:t>Excellent (5)</a:t>
            </a:r>
          </a:p>
          <a:p>
            <a:r>
              <a:rPr sz="1200"/>
              <a:t>Needs Work (1)</a:t>
            </a:r>
          </a:p>
          <a:p/>
          <a:p>
            <a:r>
              <a:rPr sz="1200"/>
              <a:t>Greeting</a:t>
            </a:r>
          </a:p>
          <a:p>
            <a:r>
              <a:rPr sz="1200"/>
              <a:t>Eye contact in 30 sec</a:t>
            </a:r>
          </a:p>
          <a:p>
            <a:r>
              <a:rPr sz="1200"/>
              <a:t>No greeting / 3+ min</a:t>
            </a:r>
          </a:p>
          <a:p/>
          <a:p>
            <a:r>
              <a:rPr sz="1200"/>
              <a:t>Order accuracy</a:t>
            </a:r>
          </a:p>
          <a:p>
            <a:r>
              <a:rPr sz="1200"/>
              <a:t>Repeat back, 0 errors</a:t>
            </a:r>
          </a:p>
          <a:p>
            <a:r>
              <a:rPr sz="1200"/>
              <a:t>No repeat, 2+ errors</a:t>
            </a:r>
          </a:p>
          <a:p/>
          <a:p>
            <a:r>
              <a:rPr sz="1200"/>
              <a:t>Serve time</a:t>
            </a:r>
          </a:p>
          <a:p>
            <a:r>
              <a:rPr sz="1200"/>
              <a:t>Curry in 15 min</a:t>
            </a:r>
          </a:p>
          <a:p>
            <a:r>
              <a:rPr sz="1200"/>
              <a:t>Over 30 min</a:t>
            </a:r>
          </a:p>
          <a:p/>
          <a:p>
            <a:r>
              <a:rPr sz="1200"/>
              <a:t>Complaints</a:t>
            </a:r>
          </a:p>
          <a:p>
            <a:r>
              <a:rPr sz="1200"/>
              <a:t>HEART model applied</a:t>
            </a:r>
          </a:p>
          <a:p>
            <a:r>
              <a:rPr sz="1200"/>
              <a:t>Defensive attitude</a:t>
            </a:r>
          </a:p>
          <a:p/>
          <a:p>
            <a:r>
              <a:rPr sz="1200"/>
              <a:t>Farewell</a:t>
            </a:r>
          </a:p>
          <a:p>
            <a:r>
              <a:rPr sz="1200"/>
              <a:t>Stand up to say goodbye</a:t>
            </a:r>
          </a:p>
          <a:p>
            <a:r>
              <a:rPr sz="1200"/>
              <a:t>No farewell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01: Brand Philosophy &amp;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🏔 हाम्रो मिशन</a:t>
            </a:r>
          </a:p>
          <a:p>
            <a:r>
              <a:rPr sz="1200"/>
              <a:t>"हामी नेपाल र भारतको समृद्ध पाककला संस्कृति कोरियामा ल्याउँछौं — हरेक अतिथिलाई हिमालयको न्यानो आतिथ्य प्रदान गर्दै। एक भावना, ९ स्थानहरूमा।"</a:t>
            </a:r>
          </a:p>
          <a:p/>
          <a:p>
            <a:r>
              <a:rPr sz="1200"/>
              <a:t>🕰</a:t>
            </a:r>
          </a:p>
          <a:p>
            <a:r>
              <a:rPr sz="1200"/>
              <a:t>२००२ मा स्थापित</a:t>
            </a:r>
          </a:p>
          <a:p>
            <a:r>
              <a:rPr sz="1200"/>
              <a:t>२० वर्षभन्दा बढीको अनुभवसहित कोरियाको सबैभन्दा विश्वसनीय नेपाली र भारतीय रेस्टुरेन्ट समूह, डोंगदेमुन, माग्योक र डोंगटानमा प्रमुख शाखाहरूसहित।</a:t>
            </a:r>
          </a:p>
          <a:p/>
          <a:p>
            <a:r>
              <a:rPr sz="1200"/>
              <a:t>📍</a:t>
            </a:r>
          </a:p>
          <a:p>
            <a:r>
              <a:rPr sz="1200"/>
              <a:t>राष्ट्रव्यापी ९ स्थानहरू</a:t>
            </a:r>
          </a:p>
          <a:p>
            <a:r>
              <a:rPr sz="1200"/>
              <a:t>हरेक शाखाले एकै गुणस्तरको खाना र सेवा प्रदान गर्छ — एक ब्र्यान्ड, एक मानक, हरेक पटक।</a:t>
            </a:r>
          </a:p>
          <a:p/>
          <a:p>
            <a:r>
              <a:rPr sz="1200"/>
              <a:t>⭐</a:t>
            </a:r>
          </a:p>
          <a:p>
            <a:r>
              <a:rPr sz="1200"/>
              <a:t>हाम्रो सेवा मानक</a:t>
            </a:r>
          </a:p>
          <a:p>
            <a:r>
              <a:rPr sz="1200"/>
              <a:t>केवल खाना परोस्नुभन्दा परे — हामी यादगार क्षणहरू सिर्जना गर्छौं। पहिलो अभिवादनदेखि अन्तिम बिदाईसम्म, हरेक अन्तक्रिया महत्त्वपूर्ण छ।</a:t>
            </a:r>
          </a:p>
          <a:p/>
          <a:p>
            <a:r>
              <a:rPr sz="1200"/>
              <a:t>मूल मूल्यहरू</a:t>
            </a:r>
          </a:p>
          <a:p/>
          <a:p>
            <a:r>
              <a:rPr sz="1200"/>
              <a:t>🙏</a:t>
            </a:r>
          </a:p>
          <a:p>
            <a:r>
              <a:rPr sz="1200"/>
              <a:t>आतिथ्य</a:t>
            </a:r>
          </a:p>
          <a:p>
            <a:r>
              <a:rPr sz="1200"/>
              <a:t>न्यानो मन, हरेक अतिथि</a:t>
            </a:r>
          </a:p>
          <a:p/>
          <a:p>
            <a:r>
              <a:rPr sz="1200"/>
              <a:t>⭐</a:t>
            </a:r>
          </a:p>
          <a:p>
            <a:r>
              <a:rPr sz="1200"/>
              <a:t>उत्कृष्टता</a:t>
            </a:r>
          </a:p>
          <a:p>
            <a:r>
              <a:rPr sz="1200"/>
              <a:t>सर्वोच्च गुणस्तर, सधैं</a:t>
            </a:r>
          </a:p>
          <a:p/>
          <a:p>
            <a:r>
              <a:rPr sz="1200"/>
              <a:t>🤝</a:t>
            </a:r>
          </a:p>
          <a:p>
            <a:r>
              <a:rPr sz="1200"/>
              <a:t>टिमवर्क</a:t>
            </a:r>
          </a:p>
          <a:p>
            <a:r>
              <a:rPr sz="1200"/>
              <a:t>मिलेर सफल हुन्छौं</a:t>
            </a:r>
          </a:p>
          <a:p/>
          <a:p>
            <a:r>
              <a:rPr sz="1200"/>
              <a:t>🌱</a:t>
            </a:r>
          </a:p>
          <a:p>
            <a:r>
              <a:rPr sz="1200"/>
              <a:t>विकास</a:t>
            </a:r>
          </a:p>
          <a:p>
            <a:r>
              <a:rPr sz="1200"/>
              <a:t>दैनिक सिक्ने र सुधार</a:t>
            </a:r>
          </a:p>
          <a:p/>
          <a:p>
            <a:r>
              <a:rPr sz="1200"/>
              <a:t>💬 एवरेस्ट सेवा आदर्शवाक्य</a:t>
            </a:r>
          </a:p>
          <a:p>
            <a:r>
              <a:rPr sz="1200"/>
              <a:t>"Everest cares about your health!"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02: Uniform &amp; 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आधिकारिक एवरेस्ट रेस्टुरेन्ट ग्रुप युनिफर्म — लोगोसहित नेभी पोलो शर्ट (युनिसेक्स)</a:t>
            </a:r>
          </a:p>
          <a:p/>
          <a:p>
            <a:r>
              <a:rPr sz="1200"/>
              <a:t>👕</a:t>
            </a:r>
          </a:p>
          <a:p>
            <a:r>
              <a:rPr sz="1200"/>
              <a:t>युनिफर्म विवरण</a:t>
            </a:r>
          </a:p>
          <a:p>
            <a:r>
              <a:rPr sz="1200"/>
              <a:t>बायाँ छातीमा एवरेस्ट लोगो भएको नेभी ब्लु पोलो शर्ट। गाढा ट्राउजर वा जिन्स। नचिस्लने जुत्ता। सधैं नाम ब्याज।</a:t>
            </a:r>
          </a:p>
          <a:p/>
          <a:p>
            <a:r>
              <a:rPr sz="1200"/>
              <a:t>✅ गर्नुहोस्</a:t>
            </a:r>
          </a:p>
          <a:p>
            <a:r>
              <a:rPr sz="1200"/>
              <a:t>युनिफर्म सफा र इस्त्री गर्नुहोस्</a:t>
            </a:r>
          </a:p>
          <a:p>
            <a:r>
              <a:rPr sz="1200"/>
              <a:t>लामो कपाल मिलाएर बाँध्नुहोस्</a:t>
            </a:r>
          </a:p>
          <a:p>
            <a:r>
              <a:rPr sz="1200"/>
              <a:t>नाम ब्याज सही तरिकाले लगाउनुहोस्</a:t>
            </a:r>
          </a:p>
          <a:p>
            <a:r>
              <a:rPr sz="1200"/>
              <a:t>नङ छोटो र सफा राख्नुहोस्</a:t>
            </a:r>
          </a:p>
          <a:p>
            <a:r>
              <a:rPr sz="1200"/>
              <a:t>नचिस्लने जुत्ता लगाउनुहोस्</a:t>
            </a:r>
          </a:p>
          <a:p>
            <a:r>
              <a:rPr sz="1200"/>
              <a:t>उज्यालो मुस्कान कायम राख्नुहोस्</a:t>
            </a:r>
          </a:p>
          <a:p/>
          <a:p>
            <a:r>
              <a:rPr sz="1200"/>
              <a:t>❌ नगर्नुहोस्</a:t>
            </a:r>
          </a:p>
          <a:p>
            <a:r>
              <a:rPr sz="1200"/>
              <a:t>युनिफर्म माथि लुगा नलगाउनुहोस्</a:t>
            </a:r>
          </a:p>
          <a:p>
            <a:r>
              <a:rPr sz="1200"/>
              <a:t>कडा सुगन्ध नलगाउनुहोस्</a:t>
            </a:r>
          </a:p>
          <a:p>
            <a:r>
              <a:rPr sz="1200"/>
              <a:t>धेरै ट्याटू नदेखाउनुहोस्</a:t>
            </a:r>
          </a:p>
          <a:p>
            <a:r>
              <a:rPr sz="1200"/>
              <a:t>जेल / नेलपलिस नलगाउनुहोस्</a:t>
            </a:r>
          </a:p>
          <a:p>
            <a:r>
              <a:rPr sz="1200"/>
              <a:t>काम गर्दा फोन नचलाउनुहोस्</a:t>
            </a:r>
          </a:p>
          <a:p>
            <a:r>
              <a:rPr sz="1200"/>
              <a:t>काम गर्दा चुइंगम नचपाउनुहोस्</a:t>
            </a:r>
          </a:p>
          <a:p/>
          <a:p>
            <a:r>
              <a:rPr sz="1200"/>
              <a:t>🪞 शिफ्ट अघि ऐना जाँच</a:t>
            </a:r>
          </a:p>
          <a:p>
            <a:r>
              <a:rPr sz="1200"/>
              <a:t>हरेक शिफ्ट अगाडि जाँच गर्नुहोस्: युनिफर्म, कपाल, ब्याज, जुत्ता र मुस्कान। तपाईं एवरेस्ट ब्र्यान्डको प्रतिनिधि हो।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03: Guest Greeting &amp; Welcome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⏰ ३०-सेकेन्ड नियम</a:t>
            </a:r>
          </a:p>
          <a:p>
            <a:r>
              <a:rPr sz="1200"/>
              <a:t>प्रवेश गरेको </a:t>
            </a:r>
          </a:p>
          <a:p>
            <a:r>
              <a:rPr sz="1200"/>
              <a:t>३० सेकेन्ड</a:t>
            </a:r>
          </a:p>
          <a:p>
            <a:r>
              <a:rPr sz="1200"/>
              <a:t> भित्र हरेक अतिथिलाई स्वीकार गर्नुहोस्। व्यस्त भए पनि — आँखा सम्पर्क गरी "म अहिलै आउँछु!" भन्नुहोस्।</a:t>
            </a:r>
          </a:p>
          <a:p/>
          <a:p>
            <a:r>
              <a:rPr sz="1200"/>
              <a:t>४-चरणको स्वागत प्रक्रिया</a:t>
            </a:r>
          </a:p>
          <a:p/>
          <a:p>
            <a:r>
              <a:rPr sz="1200"/>
              <a:t>1</a:t>
            </a:r>
          </a:p>
          <a:p>
            <a:r>
              <a:rPr sz="1200"/>
              <a:t>तुरुन्तै स्वीकार गर्नुहोस्</a:t>
            </a:r>
          </a:p>
          <a:p>
            <a:r>
              <a:rPr sz="1200"/>
              <a:t>३० सेकेन्ड भित्र आँखा सम्पर्क गर्नुहोस्। न्यानो मुस्कानसाथ "स्वागत छ! नमस्ते!" भन्नुहोस्।</a:t>
            </a:r>
          </a:p>
          <a:p/>
          <a:p>
            <a:r>
              <a:rPr sz="1200"/>
              <a:t>2</a:t>
            </a:r>
          </a:p>
          <a:p>
            <a:r>
              <a:rPr sz="1200"/>
              <a:t>पार्टी साइज पुष्टि गर्नुहोस्</a:t>
            </a:r>
          </a:p>
          <a:p>
            <a:r>
              <a:rPr sz="1200"/>
              <a:t>कति जना हुनुहुन्छ र आरक्षण छ कि छैन सोध्नुहोस्।</a:t>
            </a:r>
          </a:p>
          <a:p/>
          <a:p>
            <a:r>
              <a:rPr sz="1200"/>
              <a:t>3</a:t>
            </a:r>
          </a:p>
          <a:p>
            <a:r>
              <a:rPr sz="1200"/>
              <a:t>नेतृत्व गर्दै लैजानुहोस्</a:t>
            </a:r>
          </a:p>
          <a:p>
            <a:r>
              <a:rPr sz="1200"/>
              <a:t>अगाडि हिँड्नुहोस् तर बेलाबेलामा फर्केर हेर्नुहोस्। इशाराले सही टेबलसम्म मार्गदर्शन गर्नुहोस्।</a:t>
            </a:r>
          </a:p>
          <a:p/>
          <a:p>
            <a:r>
              <a:rPr sz="1200"/>
              <a:t>4</a:t>
            </a:r>
          </a:p>
          <a:p>
            <a:r>
              <a:rPr sz="1200"/>
              <a:t>बस्न सहयोग गर्नुहोस्</a:t>
            </a:r>
          </a:p>
          <a:p>
            <a:r>
              <a:rPr sz="1200"/>
              <a:t>कुर्सी तान्नुहोस्, झोला राख्न सहयोग गर्नुहोस् र अतिथि आरामदायी छन् कि सुनिश्चित गर्नुहोस्।</a:t>
            </a:r>
          </a:p>
          <a:p/>
          <a:p>
            <a:r>
              <a:rPr sz="1200"/>
              <a:t>🇰🇷 कोरियाली अतिथि वाक्यांशहरू</a:t>
            </a:r>
          </a:p>
          <a:p/>
          <a:p>
            <a:r>
              <a:rPr sz="1200"/>
              <a:t>🔊 थिच्नुहोस् — कोरियाली उच्चारण सुन्नुहोस्</a:t>
            </a:r>
          </a:p>
          <a:p/>
          <a:p>
            <a:r>
              <a:rPr sz="1200"/>
              <a:t>प्रवेशद्वारमा अतिथि स्वागत</a:t>
            </a:r>
          </a:p>
          <a:p/>
          <a:p>
            <a:r>
              <a:rPr sz="1200"/>
              <a:t>안녕하세요, 에베레스트입니다. 몇 분이십니까?</a:t>
            </a:r>
          </a:p>
          <a:p/>
          <a:p>
            <a:r>
              <a:rPr sz="1200"/>
              <a:t>Annyeonghaseyo, Everestipnida. Myeot bunisimnikka?</a:t>
            </a:r>
          </a:p>
          <a:p/>
          <a:p>
            <a:r>
              <a:rPr sz="1200"/>
              <a:t>नमस्ते, एवरेस्टमा स्वागत छ। कति जना हुनुहुन्छ?</a:t>
            </a:r>
          </a:p>
          <a:p/>
          <a:p>
            <a:r>
              <a:rPr sz="1200"/>
              <a:t>🔊 सुन्नुहोस्</a:t>
            </a:r>
          </a:p>
          <a:p/>
          <a:p>
            <a:r>
              <a:rPr sz="1200"/>
              <a:t>टेबलमा अतिथि लैजाने</a:t>
            </a:r>
          </a:p>
          <a:p/>
          <a:p>
            <a:r>
              <a:rPr sz="1200"/>
              <a:t>이 테이블로 모시겠습니다.</a:t>
            </a:r>
          </a:p>
          <a:p/>
          <a:p>
            <a:r>
              <a:rPr sz="1200"/>
              <a:t>I teibeulro mosigesseumnida.</a:t>
            </a:r>
          </a:p>
          <a:p/>
          <a:p>
            <a:r>
              <a:rPr sz="1200"/>
              <a:t>कृपया यो टेबलमा आउनुहोस्।</a:t>
            </a:r>
          </a:p>
          <a:p/>
          <a:p>
            <a:r>
              <a:rPr sz="1200"/>
              <a:t>🔊 सुन्नुहोस्</a:t>
            </a:r>
          </a:p>
          <a:p/>
          <a:p>
            <a:r>
              <a:rPr sz="1200"/>
              <a:t>ट्याब्लेट अर्डर प्रणाली बताउने</a:t>
            </a:r>
          </a:p>
          <a:p/>
          <a:p>
            <a:r>
              <a:rPr sz="1200"/>
              <a:t>이 태블릿으로 주문 부탁드립니다.</a:t>
            </a:r>
          </a:p>
          <a:p/>
          <a:p>
            <a:r>
              <a:rPr sz="1200"/>
              <a:t>I taebeulliseuro jumun butakdeurimnida.</a:t>
            </a:r>
          </a:p>
          <a:p/>
          <a:p>
            <a:r>
              <a:rPr sz="1200"/>
              <a:t>कृपया यो ट्याब्लेटबाट अर्डर गर्नुहोस्।</a:t>
            </a:r>
          </a:p>
          <a:p/>
          <a:p>
            <a:r>
              <a:rPr sz="1200"/>
              <a:t>🔊 सुन्नुहोस्</a:t>
            </a:r>
          </a:p>
          <a:p/>
          <a:p>
            <a:r>
              <a:rPr sz="1200"/>
              <a:t>झुक्ने कोण मार्गदर्शन</a:t>
            </a:r>
          </a:p>
          <a:p/>
          <a:p>
            <a:r>
              <a:rPr sz="1200"/>
              <a:t>🫡</a:t>
            </a:r>
          </a:p>
          <a:p>
            <a:r>
              <a:rPr sz="1200"/>
              <a:t>15°</a:t>
            </a:r>
          </a:p>
          <a:p>
            <a:r>
              <a:rPr sz="1200"/>
              <a:t>दैनिक अभिवादन</a:t>
            </a:r>
          </a:p>
          <a:p/>
          <a:p>
            <a:r>
              <a:rPr sz="1200"/>
              <a:t>🙇</a:t>
            </a:r>
          </a:p>
          <a:p>
            <a:r>
              <a:rPr sz="1200"/>
              <a:t>30°</a:t>
            </a:r>
          </a:p>
          <a:p>
            <a:r>
              <a:rPr sz="1200"/>
              <a:t>स्वागत झुकाई</a:t>
            </a:r>
          </a:p>
          <a:p/>
          <a:p>
            <a:r>
              <a:rPr sz="1200"/>
              <a:t>🙇‍♂️</a:t>
            </a:r>
          </a:p>
          <a:p>
            <a:r>
              <a:rPr sz="1200"/>
              <a:t>45°</a:t>
            </a:r>
          </a:p>
          <a:p>
            <a:r>
              <a:rPr sz="1200"/>
              <a:t>माफी / धन्यवाद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04: Table 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एवरेस्टको मानक टेबल सेटिङ — पितल थाली प्लेटमा काँटा, चम्चा, गिलास र भिजेको टिस्यू। रुमाल छुट्टै टेबलमा पहिले नै राखिएको।</a:t>
            </a:r>
          </a:p>
          <a:p/>
          <a:p>
            <a:r>
              <a:rPr sz="1200"/>
              <a:t>💡 मुख्य नियम</a:t>
            </a:r>
          </a:p>
          <a:p>
            <a:r>
              <a:rPr sz="1200"/>
              <a:t>काँटा, चम्चा, गिलास र भिजेको टिस्यू सबै </a:t>
            </a:r>
          </a:p>
          <a:p>
            <a:r>
              <a:rPr sz="1200"/>
              <a:t>पितल प्लेटमा सँगै</a:t>
            </a:r>
          </a:p>
          <a:p>
            <a:r>
              <a:rPr sz="1200"/>
              <a:t> राखिन्छ। </a:t>
            </a:r>
          </a:p>
          <a:p>
            <a:r>
              <a:rPr sz="1200"/>
              <a:t>टेबलक्लथ छैन। चक्कु छैन।</a:t>
            </a:r>
          </a:p>
          <a:p/>
          <a:p>
            <a:r>
              <a:rPr sz="1200"/>
              <a:t>सेटिङ चरणहरू</a:t>
            </a:r>
          </a:p>
          <a:p/>
          <a:p>
            <a:r>
              <a:rPr sz="1200"/>
              <a:t>1</a:t>
            </a:r>
          </a:p>
          <a:p>
            <a:r>
              <a:rPr sz="1200"/>
              <a:t>टेबल सतह सफा गर्नुहोस्</a:t>
            </a:r>
          </a:p>
          <a:p>
            <a:r>
              <a:rPr sz="1200"/>
              <a:t>राम्रोसँग पुछ्नुहोस्। टेबलक्लथ छैन — खाली सतह बिल्कुल सफा हुनु पर्छ।</a:t>
            </a:r>
          </a:p>
          <a:p/>
          <a:p>
            <a:r>
              <a:rPr sz="1200"/>
              <a:t>2</a:t>
            </a:r>
          </a:p>
          <a:p>
            <a:r>
              <a:rPr sz="1200"/>
              <a:t>रुमाल पहिले राख्नुहोस्</a:t>
            </a:r>
          </a:p>
          <a:p>
            <a:r>
              <a:rPr sz="1200"/>
              <a:t>प्रत्येक अतिथिको लागि एक-एक रुमाल टेबलमा पहिले नै राख्नुहोस्।</a:t>
            </a:r>
          </a:p>
          <a:p/>
          <a:p>
            <a:r>
              <a:rPr sz="1200"/>
              <a:t>3</a:t>
            </a:r>
          </a:p>
          <a:p>
            <a:r>
              <a:rPr sz="1200"/>
              <a:t>पितल थाली राख्नुहोस्</a:t>
            </a:r>
          </a:p>
          <a:p>
            <a:r>
              <a:rPr sz="1200"/>
              <a:t>हरेक सिटमा पितल थाली राख्नुहोस्। औँठाछाप नहोस् — चम्किलो राख्नुहोस्।</a:t>
            </a:r>
          </a:p>
          <a:p/>
          <a:p>
            <a:r>
              <a:rPr sz="1200"/>
              <a:t>4</a:t>
            </a:r>
          </a:p>
          <a:p>
            <a:r>
              <a:rPr sz="1200"/>
              <a:t>प्लेटमा सामग्री राख्नुहोस्</a:t>
            </a:r>
          </a:p>
          <a:p>
            <a:r>
              <a:rPr sz="1200"/>
              <a:t>काँटा (बायाँ) + चम्चा (दायाँ) + गिलास + भिजेको टिस्यू — सबै पितल प्लेटमा।</a:t>
            </a:r>
          </a:p>
          <a:p/>
          <a:p>
            <a:r>
              <a:rPr sz="1200"/>
              <a:t>5</a:t>
            </a:r>
          </a:p>
          <a:p>
            <a:r>
              <a:rPr sz="1200"/>
              <a:t>शाखा अनुसार गिलासको प्रकार</a:t>
            </a:r>
          </a:p>
          <a:p>
            <a:r>
              <a:rPr sz="1200"/>
              <a:t>पितल कप</a:t>
            </a:r>
          </a:p>
          <a:p>
            <a:r>
              <a:rPr sz="1200"/>
              <a:t> अधिकांश शाखा   </a:t>
            </a:r>
          </a:p>
          <a:p>
            <a:r>
              <a:rPr sz="1200"/>
              <a:t>गिलास टम्बलर</a:t>
            </a:r>
          </a:p>
          <a:p>
            <a:r>
              <a:rPr sz="1200"/>
              <a:t> सुवोन · हानम · माग्योक</a:t>
            </a:r>
          </a:p>
          <a:p/>
          <a:p>
            <a:r>
              <a:rPr sz="1200"/>
              <a:t>6</a:t>
            </a:r>
          </a:p>
          <a:p>
            <a:r>
              <a:rPr sz="1200"/>
              <a:t>अचार सेट राख्नुहोस्</a:t>
            </a:r>
          </a:p>
          <a:p>
            <a:r>
              <a:rPr sz="1200"/>
              <a:t>टेबलको बीचमा अचार सेट राख्नुहोस्। अतिथिको लागि तयार।</a:t>
            </a:r>
          </a:p>
          <a:p/>
          <a:p>
            <a:r>
              <a:rPr sz="1200"/>
              <a:t>सामग्री</a:t>
            </a:r>
          </a:p>
          <a:p>
            <a:r>
              <a:rPr sz="1200"/>
              <a:t>संख्या</a:t>
            </a:r>
          </a:p>
          <a:p>
            <a:r>
              <a:rPr sz="1200"/>
              <a:t>स्थान</a:t>
            </a:r>
          </a:p>
          <a:p/>
          <a:p>
            <a:r>
              <a:rPr sz="1200"/>
              <a:t>पितल थाली</a:t>
            </a:r>
          </a:p>
          <a:p>
            <a:r>
              <a:rPr sz="1200"/>
              <a:t>प्रति अतिथि</a:t>
            </a:r>
          </a:p>
          <a:p>
            <a:r>
              <a:rPr sz="1200"/>
              <a:t>हरेक ठाउँमा</a:t>
            </a:r>
          </a:p>
          <a:p/>
          <a:p>
            <a:r>
              <a:rPr sz="1200"/>
              <a:t>काँटा + चम्चा </a:t>
            </a:r>
          </a:p>
          <a:p>
            <a:r>
              <a:rPr sz="1200"/>
              <a:t>(चक्कु छैन)</a:t>
            </a:r>
          </a:p>
          <a:p>
            <a:r>
              <a:rPr sz="1200"/>
              <a:t>प्रति अतिथि</a:t>
            </a:r>
          </a:p>
          <a:p>
            <a:r>
              <a:rPr sz="1200"/>
              <a:t>प्लेटमा</a:t>
            </a:r>
          </a:p>
          <a:p/>
          <a:p>
            <a:r>
              <a:rPr sz="1200"/>
              <a:t>गिलास </a:t>
            </a:r>
          </a:p>
          <a:p>
            <a:r>
              <a:rPr sz="1200"/>
              <a:t>पितल</a:t>
            </a:r>
          </a:p>
          <a:p>
            <a:r>
              <a:rPr sz="1200"/>
              <a:t>/</a:t>
            </a:r>
          </a:p>
          <a:p>
            <a:r>
              <a:rPr sz="1200"/>
              <a:t>गिलास</a:t>
            </a:r>
          </a:p>
          <a:p>
            <a:r>
              <a:rPr sz="1200"/>
              <a:t>प्रति अतिथि</a:t>
            </a:r>
          </a:p>
          <a:p>
            <a:r>
              <a:rPr sz="1200"/>
              <a:t>प्लेटमा</a:t>
            </a:r>
          </a:p>
          <a:p/>
          <a:p>
            <a:r>
              <a:rPr sz="1200"/>
              <a:t>भिजेको टिस्यू</a:t>
            </a:r>
          </a:p>
          <a:p>
            <a:r>
              <a:rPr sz="1200"/>
              <a:t>प्रति अतिथि</a:t>
            </a:r>
          </a:p>
          <a:p>
            <a:r>
              <a:rPr sz="1200"/>
              <a:t>प्लेटमा</a:t>
            </a:r>
          </a:p>
          <a:p/>
          <a:p>
            <a:r>
              <a:rPr sz="1200"/>
              <a:t>रुमाल</a:t>
            </a:r>
          </a:p>
          <a:p>
            <a:r>
              <a:rPr sz="1200"/>
              <a:t>प्रति अतिथि</a:t>
            </a:r>
          </a:p>
          <a:p>
            <a:r>
              <a:rPr sz="1200"/>
              <a:t>टेबलमा पहिले नै</a:t>
            </a:r>
          </a:p>
          <a:p/>
          <a:p>
            <a:r>
              <a:rPr sz="1200"/>
              <a:t>अचार सेट</a:t>
            </a:r>
          </a:p>
          <a:p>
            <a:r>
              <a:rPr sz="1200"/>
              <a:t>प्रति टेबल १</a:t>
            </a:r>
          </a:p>
          <a:p>
            <a:r>
              <a:rPr sz="1200"/>
              <a:t>बीचमा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05: Taking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अध्याय ०५ — अर्डर लिने</a:t>
            </a:r>
          </a:p>
          <a:p/>
          <a:p>
            <a:r>
              <a:rPr sz="1200"/>
              <a:t>🍽️ हाम्रो अर्डर प्रणाली</a:t>
            </a:r>
          </a:p>
          <a:p/>
          <a:p>
            <a:r>
              <a:rPr sz="1200"/>
              <a:t>एवरेस्टमा अतिथिहरूले </a:t>
            </a:r>
          </a:p>
          <a:p>
            <a:r>
              <a:rPr sz="1200"/>
              <a:t>टेबलको ट्याब्लेट</a:t>
            </a:r>
          </a:p>
          <a:p>
            <a:r>
              <a:rPr sz="1200"/>
              <a:t> प्रयोग गरेर आफैं अर्डर गर्छन्। हाम्रो भूमिका </a:t>
            </a:r>
          </a:p>
          <a:p>
            <a:r>
              <a:rPr sz="1200"/>
              <a:t>सहयोग गर्ने, मार्गदर्शन गर्ने र समस्या समाधान गर्ने</a:t>
            </a:r>
          </a:p>
          <a:p>
            <a:r>
              <a:rPr sz="1200"/>
              <a:t> हो — सिधा अर्डर लिने होइन। अतिथिहरूले सहयोग महसुस गर्न सकून् भनी सधैं सतर्क र मैत्रीपूर्ण रहनुहोस्।</a:t>
            </a:r>
          </a:p>
          <a:p/>
          <a:p>
            <a:r>
              <a:rPr sz="1200"/>
              <a:t>⚠️ सामान्य समस्याहरू र समाधानहरू</a:t>
            </a:r>
          </a:p>
          <a:p/>
          <a:p>
            <a:r>
              <a:rPr sz="1200"/>
              <a:t>१</a:t>
            </a:r>
          </a:p>
          <a:p/>
          <a:p>
            <a:r>
              <a:rPr sz="1200"/>
              <a:t>अतिथिले करी अर्डर गर्छन् तर भात वा रोटी अर्डर गर्न बिर्सन्छन्</a:t>
            </a:r>
          </a:p>
          <a:p/>
          <a:p>
            <a:r>
              <a:rPr sz="1200"/>
              <a:t>❌ समस्या</a:t>
            </a:r>
          </a:p>
          <a:p/>
          <a:p>
            <a:r>
              <a:rPr sz="1200"/>
              <a:t>धेरै अतिथिहरू पहिलोपटक नेपाली खाना खाइरहेका हुन्छन् र करी कसरी खाइन्छ भनी थाहा हुँदैन — भात, नान वा रोटी आवश्यक छ भनी थाहा नपाउन सक्छन्।</a:t>
            </a:r>
          </a:p>
          <a:p/>
          <a:p>
            <a:r>
              <a:rPr sz="1200"/>
              <a:t>✅ समाधान</a:t>
            </a:r>
          </a:p>
          <a:p/>
          <a:p>
            <a:r>
              <a:rPr sz="1200"/>
              <a:t>अतिथिले अर्डर गरेपछि ट्याब्लेट सारांश छिटो जाँच गर्नुहोस्। भात वा रोटी बिना करी देखिए मैत्रीपूर्वक नजिक जानुहोस्:</a:t>
            </a:r>
          </a:p>
          <a:p>
            <a:r>
              <a:rPr sz="1200"/>
              <a:t>"मैले देखेँ तपाईंले करी अर्डर गर्नुभएको छ — यसको साथमा भात वा नान थप्न चाहनुहुन्छ? अधिकांश अतिथिहरूलाई त्यसरी खान मन पर्छ!"</a:t>
            </a:r>
          </a:p>
          <a:p/>
          <a:p>
            <a:r>
              <a:rPr sz="1200"/>
              <a:t>२</a:t>
            </a:r>
          </a:p>
          <a:p/>
          <a:p>
            <a:r>
              <a:rPr sz="1200"/>
              <a:t>ट्याब्लेट परिचित नभएर अतिथिलाई धेरै समय लाग्छ</a:t>
            </a:r>
          </a:p>
          <a:p/>
          <a:p>
            <a:r>
              <a:rPr sz="1200"/>
              <a:t>❌ समस्या</a:t>
            </a:r>
          </a:p>
          <a:p/>
          <a:p>
            <a:r>
              <a:rPr sz="1200"/>
              <a:t>केही अतिथिहरू — विशेषगरी वृद्ध ग्राहकहरू वा पहिलोपटक आउनेहरू — ट्याब्लेट चलाउन सक्दैनन्। लामो ढिलाइले निराशा र टेबल कारोबार ढिलो हुन्छ।</a:t>
            </a:r>
          </a:p>
          <a:p/>
          <a:p>
            <a:r>
              <a:rPr sz="1200"/>
              <a:t>✅ समाधान</a:t>
            </a:r>
          </a:p>
          <a:p/>
          <a:p>
            <a:r>
              <a:rPr sz="1200"/>
              <a:t>कुनै टेबलले ५+ मिनेट अर्डर नगरी बसेको छ भने नम्रतापूर्वक नजिक जानुहोस्:</a:t>
            </a:r>
          </a:p>
          <a:p>
            <a:r>
              <a:rPr sz="1200"/>
              <a:t>"ट्याब्लेट चलाउन केही कठिनाइ छ? म सहयोग गर्न खुसी छु।"</a:t>
            </a:r>
          </a:p>
          <a:p/>
          <a:p>
            <a:r>
              <a:rPr sz="1200"/>
              <a:t>३</a:t>
            </a:r>
          </a:p>
          <a:p/>
          <a:p>
            <a:r>
              <a:rPr sz="1200"/>
              <a:t>अतिथिले गल्तीले डबल अर्डर गरे</a:t>
            </a:r>
          </a:p>
          <a:p/>
          <a:p>
            <a:r>
              <a:rPr sz="1200"/>
              <a:t>❌ समस्या</a:t>
            </a:r>
          </a:p>
          <a:p/>
          <a:p>
            <a:r>
              <a:rPr sz="1200"/>
              <a:t>अतिथिले गल्तीले एउटै मेनु आइटम दुईपटक थिचेर किचनमा डुप्लिकेट डिश पठाइन्छ। खाना खेर जाने र बिलमा अनावश्यक शुल्क थपिन्छ।</a:t>
            </a:r>
          </a:p>
          <a:p/>
          <a:p>
            <a:r>
              <a:rPr sz="1200"/>
              <a:t>✅ समाधान</a:t>
            </a:r>
          </a:p>
          <a:p/>
          <a:p>
            <a:r>
              <a:rPr sz="1200"/>
              <a:t>ट्याब्लेट अर्डर कतार नियमित निगरानी गर्नुहोस्। डुप्लिकेट देखिए तुरुन्तै किचनलाई थाहा दिई अतिथिलाई जानकारी दिनुहोस्:</a:t>
            </a:r>
          </a:p>
          <a:p>
            <a:r>
              <a:rPr sz="1200"/>
              <a:t>"उही डिश दुईपटक अर्डर भएजस्तो देखिन्छ — दुवै चाहिन्छ, या एउटा रद्द गरिदिऊँ?"</a:t>
            </a:r>
          </a:p>
          <a:p/>
          <a:p>
            <a:r>
              <a:rPr sz="1200"/>
              <a:t>४</a:t>
            </a:r>
          </a:p>
          <a:p/>
          <a:p>
            <a:r>
              <a:rPr sz="1200"/>
              <a:t>सेट मेनुसँग मिल्ने वस्तु एकल रूपमा अर्डर गरेर बढी तिर्नु पर्छ</a:t>
            </a:r>
          </a:p>
          <a:p/>
          <a:p>
            <a:r>
              <a:rPr sz="1200"/>
              <a:t>❌ समस्या</a:t>
            </a:r>
          </a:p>
          <a:p/>
          <a:p>
            <a:r>
              <a:rPr sz="1200"/>
              <a:t>अतिथिले व्यक्तिगत रूपमा वस्तुहरू छान्छन् तर छूट सेट मेनुको रूपमा उपलब्ध छ भनी थाहा नपाई अनावश्यक बढी तिर्नु पर्छ।</a:t>
            </a:r>
          </a:p>
          <a:p/>
          <a:p>
            <a:r>
              <a:rPr sz="1200"/>
              <a:t>✅ समाधान</a:t>
            </a:r>
          </a:p>
          <a:p/>
          <a:p>
            <a:r>
              <a:rPr sz="1200"/>
              <a:t>अर्डर पुष्टि हुनुअघि अतिथिलाई सक्रिय रूपमा जानकारी दिनुहोस्:</a:t>
            </a:r>
          </a:p>
          <a:p>
            <a:r>
              <a:rPr sz="1200"/>
              <a:t>"ती वस्तुहरू हाम्रो सेट मेनुमा पनि राम्रो मूल्यमा उपलब्ध छन् — स्विच गर्न चाहनुहुन्छ?"</a:t>
            </a:r>
          </a:p>
          <a:p/>
          <a:p>
            <a:r>
              <a:rPr sz="1200"/>
              <a:t>💡 मुख्य मानसिकता</a:t>
            </a:r>
          </a:p>
          <a:p/>
          <a:p>
            <a:r>
              <a:rPr sz="1200"/>
              <a:t>ट्याब्लेटले अर्डर सम्हाल्छ — तपाईंको काम </a:t>
            </a:r>
          </a:p>
          <a:p>
            <a:r>
              <a:rPr sz="1200"/>
              <a:t>हेर्ने, सहयोग गर्ने र आवश्यक पर्दा हस्तक्षेप गर्ने</a:t>
            </a:r>
          </a:p>
          <a:p>
            <a:r>
              <a:rPr sz="1200"/>
              <a:t> हो।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06: Food Service &amp; Serving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खाना परिवेशनका ७ सिद्धान्तहरू</a:t>
            </a:r>
          </a:p>
          <a:p/>
          <a:p>
            <a:r>
              <a:rPr sz="1200"/>
              <a:t>१</a:t>
            </a:r>
          </a:p>
          <a:p>
            <a:r>
              <a:rPr sz="1200"/>
              <a:t>दायाँबाट परोस्नुहोस्</a:t>
            </a:r>
          </a:p>
          <a:p>
            <a:r>
              <a:rPr sz="1200"/>
              <a:t>खाना अतिथिको दायाँबाट परोसिन्छ। पेयपदार्थ बायाँबाट भरिन्छ।</a:t>
            </a:r>
          </a:p>
          <a:p/>
          <a:p>
            <a:r>
              <a:rPr sz="1200"/>
              <a:t>२</a:t>
            </a:r>
          </a:p>
          <a:p>
            <a:r>
              <a:rPr sz="1200"/>
              <a:t>डिशको नाम बताउनुहोस्</a:t>
            </a:r>
          </a:p>
          <a:p>
            <a:r>
              <a:rPr sz="1200"/>
              <a:t>राख्दा डिशको नाम भन्नुहोस्: "यो हो तपाईंको बटर चिकेन करी!"</a:t>
            </a:r>
          </a:p>
          <a:p/>
          <a:p>
            <a:r>
              <a:rPr sz="1200"/>
              <a:t>३</a:t>
            </a:r>
          </a:p>
          <a:p>
            <a:r>
              <a:rPr sz="1200"/>
              <a:t>तातो डिशबारे सचेत गराउनुहोस्</a:t>
            </a:r>
          </a:p>
          <a:p>
            <a:r>
              <a:rPr sz="1200"/>
              <a:t>दुर्घटना रोक्न सधैं "सावधान — प्लेट निकै तातो छ!" भन्नुहोस्।</a:t>
            </a:r>
          </a:p>
          <a:p/>
          <a:p>
            <a:r>
              <a:rPr sz="1200"/>
              <a:t>४</a:t>
            </a:r>
          </a:p>
          <a:p>
            <a:r>
              <a:rPr sz="1200"/>
              <a:t>खानाको शुभकामना दिनुहोस्</a:t>
            </a:r>
          </a:p>
          <a:p>
            <a:r>
              <a:rPr sz="1200"/>
              <a:t>डिश राखेपछि सधैं न्यानो मुस्कानसाथ "खाना मीठो लागोस्!" भन्नुहोस्।</a:t>
            </a:r>
          </a:p>
          <a:p/>
          <a:p>
            <a:r>
              <a:rPr sz="1200"/>
              <a:t>५</a:t>
            </a:r>
          </a:p>
          <a:p>
            <a:r>
              <a:rPr sz="1200"/>
              <a:t>थप आवश्यकता सोध्नुहोस्</a:t>
            </a:r>
          </a:p>
          <a:p>
            <a:r>
              <a:rPr sz="1200"/>
              <a:t>परोसेपछि केही थप चाहिन्छ कि सोध्नुहोस् — पानी, सस, थप रोटी।</a:t>
            </a:r>
          </a:p>
          <a:p/>
          <a:p>
            <a:r>
              <a:rPr sz="1200"/>
              <a:t>६</a:t>
            </a:r>
          </a:p>
          <a:p>
            <a:r>
              <a:rPr sz="1200"/>
              <a:t>नजरअन्दाज नगर्नुहोस्</a:t>
            </a:r>
          </a:p>
          <a:p>
            <a:r>
              <a:rPr sz="1200"/>
              <a:t>खाना खाँदाको बेला देखिने ठाउँमा रहनुहोस् ताकि अतिथिले सजिलै बोलाउन सकून्।</a:t>
            </a:r>
          </a:p>
          <a:p/>
          <a:p>
            <a:r>
              <a:rPr sz="1200"/>
              <a:t>७</a:t>
            </a:r>
          </a:p>
          <a:p>
            <a:r>
              <a:rPr sz="1200"/>
              <a:t>प्लेट छिटो हटाउनुहोस्</a:t>
            </a:r>
          </a:p>
          <a:p>
            <a:r>
              <a:rPr sz="1200"/>
              <a:t>अतिथिले खाना सकिसकेपछि तुरुन्तै र शालीनतापूर्वक भाँडा हटाउनुहोस्।</a:t>
            </a:r>
          </a:p>
          <a:p/>
          <a:p>
            <a:r>
              <a:rPr sz="1200"/>
              <a:t>🍛 परिवेशन स्क्रिप्ट</a:t>
            </a:r>
          </a:p>
          <a:p>
            <a:r>
              <a:rPr sz="1200"/>
              <a:t>"यो हो तपाईंको बटर चिकेन करी — सावधान, कचौरा निकै तातो छ! खाना मीठो लागोस्! 😊"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07: Menu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📚 कर्मचारी नियम</a:t>
            </a:r>
          </a:p>
          <a:p>
            <a:r>
              <a:rPr sz="1200"/>
              <a:t>हरेक कर्मचारीले सबै मेनु वस्तुहरू चाखी वर्णन गर्न सक्नु पर्छ। अतिथिहरू तपाईंको सिफारिसमा भर पर्छन्!</a:t>
            </a:r>
          </a:p>
          <a:p/>
          <a:p>
            <a:r>
              <a:rPr sz="1200"/>
              <a:t>🏆 करी बेस्ट सेलरहरू</a:t>
            </a:r>
          </a:p>
          <a:p/>
          <a:p>
            <a:r>
              <a:rPr sz="1200"/>
              <a:t>🍛</a:t>
            </a:r>
          </a:p>
          <a:p>
            <a:r>
              <a:rPr sz="1200"/>
              <a:t>चिकेन मखनी</a:t>
            </a:r>
          </a:p>
          <a:p>
            <a:r>
              <a:rPr sz="1200"/>
              <a:t>समृद्ध टोमेटो र क्रिम बेस, हल्का र मखनिलो</a:t>
            </a:r>
          </a:p>
          <a:p>
            <a:r>
              <a:rPr sz="1200"/>
              <a:t>🥇 #१ बेस्ट सेलर</a:t>
            </a:r>
          </a:p>
          <a:p/>
          <a:p>
            <a:r>
              <a:rPr sz="1200"/>
              <a:t>🍛</a:t>
            </a:r>
          </a:p>
          <a:p>
            <a:r>
              <a:rPr sz="1200"/>
              <a:t>चिकेन टिक्का मसाला</a:t>
            </a:r>
          </a:p>
          <a:p>
            <a:r>
              <a:rPr sz="1200"/>
              <a:t>मसालेदार टोमेटो-क्रिम ससमा ग्रिल गरिएको चिकेन</a:t>
            </a:r>
          </a:p>
          <a:p>
            <a:r>
              <a:rPr sz="1200"/>
              <a:t>🥈 #२ बेस्ट सेलर</a:t>
            </a:r>
          </a:p>
          <a:p/>
          <a:p>
            <a:r>
              <a:rPr sz="1200"/>
              <a:t>🥬</a:t>
            </a:r>
          </a:p>
          <a:p>
            <a:r>
              <a:rPr sz="1200"/>
              <a:t>पालक पनिर</a:t>
            </a:r>
          </a:p>
          <a:p>
            <a:r>
              <a:rPr sz="1200"/>
              <a:t>ताजा पालकसँग मुलायम भारतीय पनिर</a:t>
            </a:r>
          </a:p>
          <a:p>
            <a:r>
              <a:rPr sz="1200"/>
              <a:t>🥉 #३ बेस्ट सेलर</a:t>
            </a:r>
          </a:p>
          <a:p/>
          <a:p>
            <a:r>
              <a:rPr sz="1200"/>
              <a:t>🔥 तन्दुरी र अन्य डिशहरू</a:t>
            </a:r>
          </a:p>
          <a:p/>
          <a:p>
            <a:r>
              <a:rPr sz="1200"/>
              <a:t>🍗</a:t>
            </a:r>
          </a:p>
          <a:p>
            <a:r>
              <a:rPr sz="1200"/>
              <a:t>तन्दुरी चिकेन</a:t>
            </a:r>
          </a:p>
          <a:p>
            <a:r>
              <a:rPr sz="1200"/>
              <a:t>दही र मसालामा म्यारिनेट गरी माटोको तन्दुर ओभनमा पकाइएको, धुवाँलो स्वाद</a:t>
            </a:r>
          </a:p>
          <a:p/>
          <a:p>
            <a:r>
              <a:rPr sz="1200"/>
              <a:t>🥩</a:t>
            </a:r>
          </a:p>
          <a:p>
            <a:r>
              <a:rPr sz="1200"/>
              <a:t>सीख कबाब</a:t>
            </a:r>
          </a:p>
          <a:p>
            <a:r>
              <a:rPr sz="1200"/>
              <a:t>सिकमा मसालेदार कीमा मासु, तन्दुर ओभनमा ग्रिल गरिएको</a:t>
            </a:r>
          </a:p>
          <a:p/>
          <a:p>
            <a:r>
              <a:rPr sz="1200"/>
              <a:t>🫓</a:t>
            </a:r>
          </a:p>
          <a:p>
            <a:r>
              <a:rPr sz="1200"/>
              <a:t>नान</a:t>
            </a:r>
          </a:p>
          <a:p>
            <a:r>
              <a:rPr sz="1200"/>
              <a:t>मुलायम खमीर रोटी — सादा, मख्खन वा लसुन। जुनसुकै करीसँग उत्तम</a:t>
            </a:r>
          </a:p>
          <a:p/>
          <a:p>
            <a:r>
              <a:rPr sz="1200"/>
              <a:t>🥛</a:t>
            </a:r>
          </a:p>
          <a:p>
            <a:r>
              <a:rPr sz="1200"/>
              <a:t>म्यांगो लस्सी</a:t>
            </a:r>
          </a:p>
          <a:p>
            <a:r>
              <a:rPr sz="1200"/>
              <a:t>चिसो दही र म्यांगो पेय — पिरो खाना पछि ठिक</a:t>
            </a:r>
          </a:p>
          <a:p/>
          <a:p>
            <a:r>
              <a:rPr sz="1200"/>
              <a:t>🍵</a:t>
            </a:r>
          </a:p>
          <a:p>
            <a:r>
              <a:rPr sz="1200"/>
              <a:t>मसाला चिया</a:t>
            </a:r>
          </a:p>
          <a:p>
            <a:r>
              <a:rPr sz="1200"/>
              <a:t>इलाइची, अदुवा र दालचिनीसहित बनाइएको परम्परागत नेपाली मसाला दुध चिया</a:t>
            </a:r>
          </a:p>
          <a:p/>
          <a:p>
            <a:r>
              <a:rPr sz="1200"/>
              <a:t>⚠️ मुख्य एलर्जेन — सधैं पुष्टि गर्नुहोस्!</a:t>
            </a:r>
          </a:p>
          <a:p>
            <a:r>
              <a:rPr sz="1200"/>
              <a:t>नट्स (काजु) · डेरी (दही, क्रिम) · ग्लुटेन (नान, चपाती) · अण्डा · शेलफिस</a:t>
            </a:r>
          </a:p>
          <a:p/>
          <a:p>
            <a:r>
              <a:rPr sz="1200"/>
              <a:t>वर्ग</a:t>
            </a:r>
          </a:p>
          <a:p>
            <a:r>
              <a:rPr sz="1200"/>
              <a:t>कसलाई सिफारिस</a:t>
            </a:r>
          </a:p>
          <a:p/>
          <a:p>
            <a:r>
              <a:rPr sz="1200"/>
              <a:t>करी</a:t>
            </a:r>
          </a:p>
          <a:p>
            <a:r>
              <a:rPr sz="1200"/>
              <a:t> चिकेन मखनी, चिकेन टिक्का मसाला</a:t>
            </a:r>
          </a:p>
          <a:p>
            <a:r>
              <a:rPr sz="1200"/>
              <a:t>पहिलोपटक आउने अतिथि</a:t>
            </a:r>
          </a:p>
          <a:p/>
          <a:p>
            <a:r>
              <a:rPr sz="1200"/>
              <a:t>तन्दुरी</a:t>
            </a:r>
          </a:p>
          <a:p>
            <a:r>
              <a:rPr sz="1200"/>
              <a:t> तन्दुरी चिकेन, सीख कबाब</a:t>
            </a:r>
          </a:p>
          <a:p>
            <a:r>
              <a:rPr sz="1200"/>
              <a:t>मासु प्रेमीहरू</a:t>
            </a:r>
          </a:p>
          <a:p/>
          <a:p>
            <a:r>
              <a:rPr sz="1200"/>
              <a:t>शाकाहारी</a:t>
            </a:r>
          </a:p>
          <a:p>
            <a:r>
              <a:rPr sz="1200"/>
              <a:t> पालक पनिर, नान</a:t>
            </a:r>
          </a:p>
          <a:p>
            <a:r>
              <a:rPr sz="1200"/>
              <a:t>शाकाहारी र परिवारहरू</a:t>
            </a:r>
          </a:p>
          <a:p/>
          <a:p>
            <a:r>
              <a:rPr sz="1200"/>
              <a:t>पेय</a:t>
            </a:r>
          </a:p>
          <a:p>
            <a:r>
              <a:rPr sz="1200"/>
              <a:t> म्यांगो लस्सी, मसाला चिया</a:t>
            </a:r>
          </a:p>
          <a:p>
            <a:r>
              <a:rPr sz="1200"/>
              <a:t>पिरो खानासँग जोडी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08: Complaint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HEART मोडेल</a:t>
            </a:r>
          </a:p>
          <a:p/>
          <a:p>
            <a:r>
              <a:rPr sz="1200"/>
              <a:t>H</a:t>
            </a:r>
          </a:p>
          <a:p>
            <a:r>
              <a:rPr sz="1200"/>
              <a:t>सुन्नुहोस् (Hear)</a:t>
            </a:r>
          </a:p>
          <a:p>
            <a:r>
              <a:rPr sz="1200"/>
              <a:t>पूर्ण रूपमा सुन्नुहोस्</a:t>
            </a:r>
          </a:p>
          <a:p>
            <a:r>
              <a:rPr sz="1200"/>
              <a:t>अतिथिलाई बाधा नगरी बोल्न दिनुहोस्। ध्यान दिएर सुन्नुहोस्।</a:t>
            </a:r>
          </a:p>
          <a:p>
            <a:r>
              <a:rPr sz="1200"/>
              <a:t>"कृपया बताउनुहोस्, म सुनिरहेको छु।"</a:t>
            </a:r>
          </a:p>
          <a:p/>
          <a:p>
            <a:r>
              <a:rPr sz="1200"/>
              <a:t>E</a:t>
            </a:r>
          </a:p>
          <a:p>
            <a:r>
              <a:rPr sz="1200"/>
              <a:t>सहानुभूति (Empathize)</a:t>
            </a:r>
          </a:p>
          <a:p>
            <a:r>
              <a:rPr sz="1200"/>
              <a:t>भावना बुझ्नुहोस्</a:t>
            </a:r>
          </a:p>
          <a:p>
            <a:r>
              <a:rPr sz="1200"/>
              <a:t>अतिथिको निराशालाई वास्तविक रूपमा स्वीकार गर्नुहोस्।</a:t>
            </a:r>
          </a:p>
          <a:p>
            <a:r>
              <a:rPr sz="1200"/>
              <a:t>"म तपाईंको भावना पूरी तरह बुझ्छु।"</a:t>
            </a:r>
          </a:p>
          <a:p/>
          <a:p>
            <a:r>
              <a:rPr sz="1200"/>
              <a:t>A</a:t>
            </a:r>
          </a:p>
          <a:p>
            <a:r>
              <a:rPr sz="1200"/>
              <a:t>माफी (Apologize)</a:t>
            </a:r>
          </a:p>
          <a:p>
            <a:r>
              <a:rPr sz="1200"/>
              <a:t>इमानदारीपूर्वक माफी माग्नुहोस्</a:t>
            </a:r>
          </a:p>
          <a:p>
            <a:r>
              <a:rPr sz="1200"/>
              <a:t>व्यक्तिगत गल्ती नभए पनि इमानदार माफी दिनुहोस्।</a:t>
            </a:r>
          </a:p>
          <a:p>
            <a:r>
              <a:rPr sz="1200"/>
              <a:t>"असुविधाको लागि हार्दिक माफी।"</a:t>
            </a:r>
          </a:p>
          <a:p/>
          <a:p>
            <a:r>
              <a:rPr sz="1200"/>
              <a:t>R</a:t>
            </a:r>
          </a:p>
          <a:p>
            <a:r>
              <a:rPr sz="1200"/>
              <a:t>समाधान (Resolve)</a:t>
            </a:r>
          </a:p>
          <a:p>
            <a:r>
              <a:rPr sz="1200"/>
              <a:t>तुरुन्तै ठिक गर्नुहोस्</a:t>
            </a:r>
          </a:p>
          <a:p>
            <a:r>
              <a:rPr sz="1200"/>
              <a:t>छिटो र उपयुक्त समाधान प्रस्ताव गर्नुहोस्। तुरुन्तै काम गर्नुहोस्।</a:t>
            </a:r>
          </a:p>
          <a:p>
            <a:r>
              <a:rPr sz="1200"/>
              <a:t>"तुरुन्तै नयाँ तयार गरिदिन्छु।"</a:t>
            </a:r>
          </a:p>
          <a:p/>
          <a:p>
            <a:r>
              <a:rPr sz="1200"/>
              <a:t>T</a:t>
            </a:r>
          </a:p>
          <a:p>
            <a:r>
              <a:rPr sz="1200"/>
              <a:t>धन्यवाद (Thank)</a:t>
            </a:r>
          </a:p>
          <a:p>
            <a:r>
              <a:rPr sz="1200"/>
              <a:t>कृतज्ञता देखाउनुहोस्</a:t>
            </a:r>
          </a:p>
          <a:p>
            <a:r>
              <a:rPr sz="1200"/>
              <a:t>प्रतिक्रियाको लागि अतिथिलाई इमानदारीपूर्वक धन्यवाद दिनुहोस्।</a:t>
            </a:r>
          </a:p>
          <a:p>
            <a:r>
              <a:rPr sz="1200"/>
              <a:t>"हामीलाई जानकारी दिनुभएकोमा धेरै धन्यवाद।"</a:t>
            </a:r>
          </a:p>
          <a:p/>
          <a:p>
            <a:r>
              <a:rPr sz="1200"/>
              <a:t>अवस्था</a:t>
            </a:r>
          </a:p>
          <a:p>
            <a:r>
              <a:rPr sz="1200"/>
              <a:t>प्रतिक्रिया र कार्य</a:t>
            </a:r>
          </a:p>
          <a:p/>
          <a:p>
            <a:r>
              <a:rPr sz="1200"/>
              <a:t>धेरै पिरो</a:t>
            </a:r>
          </a:p>
          <a:p>
            <a:r>
              <a:rPr sz="1200"/>
              <a:t>हल्का पुनर्बनाइ वा निःशुल्क दही/भात प्रस्ताव</a:t>
            </a:r>
          </a:p>
          <a:p/>
          <a:p>
            <a:r>
              <a:rPr sz="1200"/>
              <a:t>विदेशी वस्तु</a:t>
            </a:r>
          </a:p>
          <a:p>
            <a:r>
              <a:rPr sz="1200"/>
              <a:t>तुरुन्तै बदल्नुहोस्, प्रबन्धक बोलाउनुहोस्, शुल्क छैन</a:t>
            </a:r>
          </a:p>
          <a:p/>
          <a:p>
            <a:r>
              <a:rPr sz="1200"/>
              <a:t>लामो प्रतीक्षा</a:t>
            </a:r>
          </a:p>
          <a:p>
            <a:r>
              <a:rPr sz="1200"/>
              <a:t>स्थिति अपडेट, साइड डिश पहिले दिनुहोस्, छूट विचार गर्नुहोस्</a:t>
            </a:r>
          </a:p>
          <a:p/>
          <a:p>
            <a:r>
              <a:rPr sz="1200"/>
              <a:t>गलत डिश</a:t>
            </a:r>
          </a:p>
          <a:p>
            <a:r>
              <a:rPr sz="1200"/>
              <a:t>सही डिश पुनर्बनाइ, प्रतीक्षाको क्षतिपूर्ति</a:t>
            </a:r>
          </a:p>
          <a:p/>
          <a:p>
            <a:r>
              <a:rPr sz="1200"/>
              <a:t>फोहोर भाँडा</a:t>
            </a:r>
          </a:p>
          <a:p>
            <a:r>
              <a:rPr sz="1200"/>
              <a:t>नयाँ भाँडा तुरुन्तै बदल्नुहोस्</a:t>
            </a:r>
          </a:p>
          <a:p/>
          <a:p>
            <a:r>
              <a:rPr sz="1200"/>
              <a:t>🚨 यी कहिल्यै नभन्नुहोस्</a:t>
            </a:r>
          </a:p>
          <a:p>
            <a:r>
              <a:rPr sz="1200"/>
              <a:t>"मलाई थाहा छैन" · "यो हाम्रो नीति हो" · "अरू अतिथिले गुनासो गरेनन्" — यी कडाइसँग निषेधित छन्। समाधान नभए, </a:t>
            </a:r>
          </a:p>
          <a:p>
            <a:r>
              <a:rPr sz="1200"/>
              <a:t>तुरुन्तै प्रबन्धकलाई बोलाउनुहोस्।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09: Hygiene &amp; Food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६-चरणको हात धुवाइ</a:t>
            </a:r>
          </a:p>
          <a:p/>
          <a:p>
            <a:r>
              <a:rPr sz="1200"/>
              <a:t>👐</a:t>
            </a:r>
          </a:p>
          <a:p>
            <a:r>
              <a:rPr sz="1200"/>
              <a:t>चरण १</a:t>
            </a:r>
          </a:p>
          <a:p>
            <a:r>
              <a:rPr sz="1200"/>
              <a:t>हत्केला रगड्नुहोस्</a:t>
            </a:r>
          </a:p>
          <a:p/>
          <a:p>
            <a:r>
              <a:rPr sz="1200"/>
              <a:t>🤜</a:t>
            </a:r>
          </a:p>
          <a:p>
            <a:r>
              <a:rPr sz="1200"/>
              <a:t>चरण २</a:t>
            </a:r>
          </a:p>
          <a:p>
            <a:r>
              <a:rPr sz="1200"/>
              <a:t>पछाडि माझ्नुहोस्</a:t>
            </a:r>
          </a:p>
          <a:p/>
          <a:p>
            <a:r>
              <a:rPr sz="1200"/>
              <a:t>🤞</a:t>
            </a:r>
          </a:p>
          <a:p>
            <a:r>
              <a:rPr sz="1200"/>
              <a:t>चरण ३</a:t>
            </a:r>
          </a:p>
          <a:p>
            <a:r>
              <a:rPr sz="1200"/>
              <a:t>औँलाहरू बीच</a:t>
            </a:r>
          </a:p>
          <a:p/>
          <a:p>
            <a:r>
              <a:rPr sz="1200"/>
              <a:t>👊</a:t>
            </a:r>
          </a:p>
          <a:p>
            <a:r>
              <a:rPr sz="1200"/>
              <a:t>चरण ४</a:t>
            </a:r>
          </a:p>
          <a:p>
            <a:r>
              <a:rPr sz="1200"/>
              <a:t>नङ र औँलाका टुप्पा</a:t>
            </a:r>
          </a:p>
          <a:p/>
          <a:p>
            <a:r>
              <a:rPr sz="1200"/>
              <a:t>👍</a:t>
            </a:r>
          </a:p>
          <a:p>
            <a:r>
              <a:rPr sz="1200"/>
              <a:t>चरण ५</a:t>
            </a:r>
          </a:p>
          <a:p>
            <a:r>
              <a:rPr sz="1200"/>
              <a:t>बुढी औँला</a:t>
            </a:r>
          </a:p>
          <a:p/>
          <a:p>
            <a:r>
              <a:rPr sz="1200"/>
              <a:t>💦</a:t>
            </a:r>
          </a:p>
          <a:p>
            <a:r>
              <a:rPr sz="1200"/>
              <a:t>चरण ६</a:t>
            </a:r>
          </a:p>
          <a:p>
            <a:r>
              <a:rPr sz="1200"/>
              <a:t>नाडीसम्म धुनुहोस्</a:t>
            </a:r>
          </a:p>
          <a:p/>
          <a:p>
            <a:r>
              <a:rPr sz="1200"/>
              <a:t>⏱ प्रत्येक चरण २०-३० सेकेन्ड · जम्मा: २+ मिनेट</a:t>
            </a:r>
          </a:p>
          <a:p>
            <a:r>
              <a:rPr sz="1200"/>
              <a:t>खाना छुनुअघि, शौचालय प्रयोगपछि, हाछ्युँ गरेपछि, नगद छोएपछि र सेवाको दौरान हरेक ३० मिनेटमा हात धुनुहोस्।</a:t>
            </a:r>
          </a:p>
          <a:p/>
          <a:p>
            <a:r>
              <a:rPr sz="1200"/>
              <a:t>तापमान सुरक्षा</a:t>
            </a:r>
          </a:p>
          <a:p/>
          <a:p>
            <a:r>
              <a:rPr sz="1200"/>
              <a:t>❄️ चिसो खाना: ५°C भन्दा कम राख्नुहोस्</a:t>
            </a:r>
          </a:p>
          <a:p/>
          <a:p>
            <a:r>
              <a:rPr sz="1200"/>
              <a:t>⚠️ खतरा क्षेत्र: ५°C – ६०°C (ब्याक्टेरिया बढ्छ!)</a:t>
            </a:r>
          </a:p>
          <a:p/>
          <a:p>
            <a:r>
              <a:rPr sz="1200"/>
              <a:t>🔥 तातो खाना: परोस्दा ६०°C भन्दा बढी राख्नुहोस्</a:t>
            </a:r>
          </a:p>
          <a:p/>
          <a:p>
            <a:r>
              <a:rPr sz="1200"/>
              <a:t>🧹</a:t>
            </a:r>
          </a:p>
          <a:p>
            <a:r>
              <a:rPr sz="1200"/>
              <a:t>सफाइ मानकहरू</a:t>
            </a:r>
          </a:p>
          <a:p>
            <a:r>
              <a:rPr sz="1200"/>
              <a:t>हरेक बसाइपछि टेबल सफा गर्नुहोस्</a:t>
            </a:r>
          </a:p>
          <a:p>
            <a:r>
              <a:rPr sz="1200"/>
              <a:t>हरेक घण्टामा शौचालय जाँच गर्नुहोस्</a:t>
            </a:r>
          </a:p>
          <a:p>
            <a:r>
              <a:rPr sz="1200"/>
              <a:t>उच्च तापमानमा भाँडा धुनुहोस्, हावामा सुकाउनुहोस्</a:t>
            </a:r>
          </a:p>
          <a:p>
            <a:r>
              <a:rPr sz="1200"/>
              <a:t>चर्किएको वा फुटेको भाँडा तुरुन्तै हटाउनुहोस्</a:t>
            </a:r>
          </a:p>
          <a:p>
            <a:r>
              <a:rPr sz="1200"/>
              <a:t>बाँकी खाना फ्रिजमा सिलगरी राख्नुहोस्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[NE] Chapter 10: Daily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☀️ खुलने जाँचसूची (३० मिनेट अगाडि)</a:t>
            </a:r>
          </a:p>
          <a:p/>
          <a:p>
            <a:r>
              <a:rPr sz="1200"/>
              <a:t>युनिफर्म र उपस्थिति जाँच पूरा</a:t>
            </a:r>
          </a:p>
          <a:p/>
          <a:p>
            <a:r>
              <a:rPr sz="1200"/>
              <a:t>नाम ब्याज सही ठाउँमा लगाइएको</a:t>
            </a:r>
          </a:p>
          <a:p/>
          <a:p>
            <a:r>
              <a:rPr sz="1200"/>
              <a:t>टेबल सतह सफा (टेबलक्लथ छैन)</a:t>
            </a:r>
          </a:p>
          <a:p/>
          <a:p>
            <a:r>
              <a:rPr sz="1200"/>
              <a:t>सबै टेबलमा रुमाल पहिले नै राखिएको</a:t>
            </a:r>
          </a:p>
          <a:p/>
          <a:p>
            <a:r>
              <a:rPr sz="1200"/>
              <a:t>पितल प्लेट + काँटा/चम्चा/गिलास/भिजेको टिस्यू प्लेटमा राखिएको</a:t>
            </a:r>
          </a:p>
          <a:p/>
          <a:p>
            <a:r>
              <a:rPr sz="1200"/>
              <a:t>शाखा मानक अनुसार गिलासको प्रकार पुष्टि</a:t>
            </a:r>
          </a:p>
          <a:p/>
          <a:p>
            <a:r>
              <a:rPr sz="1200"/>
              <a:t>अचारको ताजगी जाँच र तयारी</a:t>
            </a:r>
          </a:p>
          <a:p/>
          <a:p>
            <a:r>
              <a:rPr sz="1200"/>
              <a:t>शौचालयको सफाइ जाँच</a:t>
            </a:r>
          </a:p>
          <a:p/>
          <a:p>
            <a:r>
              <a:rPr sz="1200"/>
              <a:t>बत्ती र संगीत सही स्तरमा</a:t>
            </a:r>
          </a:p>
          <a:p/>
          <a:p>
            <a:r>
              <a:rPr sz="1200"/>
              <a:t>आजको विशेष र सकिएका वस्तुहरू पुष्टि</a:t>
            </a:r>
          </a:p>
          <a:p/>
          <a:p>
            <a:r>
              <a:rPr sz="1200"/>
              <a:t>POS प्रणाली सही काम गर्दैछ</a:t>
            </a:r>
          </a:p>
          <a:p/>
          <a:p>
            <a:r>
              <a:rPr sz="1200"/>
              <a:t>आरक्षणहरू जाँच गरिएको</a:t>
            </a:r>
          </a:p>
          <a:p/>
          <a:p>
            <a:r>
              <a:rPr sz="1200"/>
              <a:t>🌙 बन्द हुने जाँचसूची (बन्द हुनु ३० मिनेट अगाडि)</a:t>
            </a:r>
          </a:p>
          <a:p/>
          <a:p>
            <a:r>
              <a:rPr sz="1200"/>
              <a:t>सबै अतिथि चेकआउट र बिदाई गरिएको</a:t>
            </a:r>
          </a:p>
          <a:p/>
          <a:p>
            <a:r>
              <a:rPr sz="1200"/>
              <a:t>सबै टेबल सफा र पुनः सेट गरिएको</a:t>
            </a:r>
          </a:p>
          <a:p/>
          <a:p>
            <a:r>
              <a:rPr sz="1200"/>
              <a:t>भाँडा धोएर राखिएको</a:t>
            </a:r>
          </a:p>
          <a:p/>
          <a:p>
            <a:r>
              <a:rPr sz="1200"/>
              <a:t>बाँकी खाना सिलगरी फ्रिजमा राखिएको</a:t>
            </a:r>
          </a:p>
          <a:p/>
          <a:p>
            <a:r>
              <a:rPr sz="1200"/>
              <a:t>अचार सिलगरी फ्रिजमा राखिएको</a:t>
            </a:r>
          </a:p>
          <a:p/>
          <a:p>
            <a:r>
              <a:rPr sz="1200"/>
              <a:t>ग्रिल र खाना पकाउने उपकरण सफा</a:t>
            </a:r>
          </a:p>
          <a:p/>
          <a:p>
            <a:r>
              <a:rPr sz="1200"/>
              <a:t>फर्श बढारिएको र पुछिएको</a:t>
            </a:r>
          </a:p>
          <a:p/>
          <a:p>
            <a:r>
              <a:rPr sz="1200"/>
              <a:t>शौचालय अन्तिम सफाइ</a:t>
            </a:r>
          </a:p>
          <a:p/>
          <a:p>
            <a:r>
              <a:rPr sz="1200"/>
              <a:t>फोहोर छुट्याएर हटाइएको</a:t>
            </a:r>
          </a:p>
          <a:p/>
          <a:p>
            <a:r>
              <a:rPr sz="1200"/>
              <a:t>दैनिक बिक्री र अर्डर रेकर्ड गरिएको</a:t>
            </a:r>
          </a:p>
          <a:p/>
          <a:p>
            <a:r>
              <a:rPr sz="1200"/>
              <a:t>भोलिको आरक्षणहरू समीक्षा गरिएको</a:t>
            </a:r>
          </a:p>
          <a:p/>
          <a:p>
            <a:r>
              <a:rPr sz="1200"/>
              <a:t>ग्यास, बिजुली र सुरक्षा अन्तिम जाँच</a:t>
            </a:r>
          </a:p>
          <a:p/>
          <a:p>
            <a:r>
              <a:rPr sz="1200"/>
              <a:t>वस्तु</a:t>
            </a:r>
          </a:p>
          <a:p>
            <a:r>
              <a:rPr sz="1200"/>
              <a:t>उत्कृष्ट (५)</a:t>
            </a:r>
          </a:p>
          <a:p>
            <a:r>
              <a:rPr sz="1200"/>
              <a:t>सुधार चाहिन्छ (१)</a:t>
            </a:r>
          </a:p>
          <a:p/>
          <a:p>
            <a:r>
              <a:rPr sz="1200"/>
              <a:t>अभिवादन</a:t>
            </a:r>
          </a:p>
          <a:p>
            <a:r>
              <a:rPr sz="1200"/>
              <a:t>३० सेकेन्डमा आँखा सम्पर्क</a:t>
            </a:r>
          </a:p>
          <a:p>
            <a:r>
              <a:rPr sz="1200"/>
              <a:t>अभिवादन छैन / ३+ मिनेट</a:t>
            </a:r>
          </a:p>
          <a:p/>
          <a:p>
            <a:r>
              <a:rPr sz="1200"/>
              <a:t>अर्डर शुद्धता</a:t>
            </a:r>
          </a:p>
          <a:p>
            <a:r>
              <a:rPr sz="1200"/>
              <a:t>दोहोर्याई, ० गल्ती</a:t>
            </a:r>
          </a:p>
          <a:p>
            <a:r>
              <a:rPr sz="1200"/>
              <a:t>नदोहोर्याई, २+ गल्ती</a:t>
            </a:r>
          </a:p>
          <a:p/>
          <a:p>
            <a:r>
              <a:rPr sz="1200"/>
              <a:t>परिवेशन समय</a:t>
            </a:r>
          </a:p>
          <a:p>
            <a:r>
              <a:rPr sz="1200"/>
              <a:t>करी १५ मिनेटमा</a:t>
            </a:r>
          </a:p>
          <a:p>
            <a:r>
              <a:rPr sz="1200"/>
              <a:t>३० मिनेटभन्दा बढी</a:t>
            </a:r>
          </a:p>
          <a:p/>
          <a:p>
            <a:r>
              <a:rPr sz="1200"/>
              <a:t>गुनासो</a:t>
            </a:r>
          </a:p>
          <a:p>
            <a:r>
              <a:rPr sz="1200"/>
              <a:t>HEART मोडेल लागू</a:t>
            </a:r>
          </a:p>
          <a:p>
            <a:r>
              <a:rPr sz="1200"/>
              <a:t>रक्षात्मक रवैया</a:t>
            </a:r>
          </a:p>
          <a:p/>
          <a:p>
            <a:r>
              <a:rPr sz="1200"/>
              <a:t>बिदाइ</a:t>
            </a:r>
          </a:p>
          <a:p>
            <a:r>
              <a:rPr sz="1200"/>
              <a:t>उठेर बिदाइ गर्नुहोस्</a:t>
            </a:r>
          </a:p>
          <a:p>
            <a:r>
              <a:rPr sz="1200"/>
              <a:t>बिदाइ छैन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 Screen]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EVEREST RESTAURANT GROUP · 2026</a:t>
            </a:r>
          </a:p>
          <a:p/>
          <a:p>
            <a:r>
              <a:rPr sz="1200"/>
              <a:t>Service</a:t>
            </a:r>
          </a:p>
          <a:p>
            <a:r>
              <a:rPr sz="1200"/>
              <a:t>Training</a:t>
            </a:r>
          </a:p>
          <a:p>
            <a:r>
              <a:rPr sz="1200"/>
              <a:t>Manual</a:t>
            </a:r>
          </a:p>
          <a:p/>
          <a:p>
            <a:r>
              <a:rPr sz="1200"/>
              <a:t>Excellence in Every Moment</a:t>
            </a:r>
          </a:p>
          <a:p/>
          <a:p>
            <a:r>
              <a:rPr sz="1200"/>
              <a:t>Your complete guide to delivering world-class hospitality with the warmth of the Himalayas.</a:t>
            </a:r>
          </a:p>
          <a:p/>
          <a:p>
            <a:r>
              <a:rPr sz="1200"/>
              <a:t>Brand Values</a:t>
            </a:r>
          </a:p>
          <a:p>
            <a:r>
              <a:rPr sz="1200"/>
              <a:t>Uniform</a:t>
            </a:r>
          </a:p>
          <a:p>
            <a:r>
              <a:rPr sz="1200"/>
              <a:t>Greeting</a:t>
            </a:r>
          </a:p>
          <a:p/>
          <a:p>
            <a:r>
              <a:rPr sz="1200"/>
              <a:t>Table Setup</a:t>
            </a:r>
          </a:p>
          <a:p>
            <a:r>
              <a:rPr sz="1200"/>
              <a:t>Orders</a:t>
            </a:r>
          </a:p>
          <a:p>
            <a:r>
              <a:rPr sz="1200"/>
              <a:t>Serving</a:t>
            </a:r>
          </a:p>
          <a:p/>
          <a:p>
            <a:r>
              <a:rPr sz="1200"/>
              <a:t>Menu</a:t>
            </a:r>
          </a:p>
          <a:p>
            <a:r>
              <a:rPr sz="1200"/>
              <a:t>Complaints</a:t>
            </a:r>
          </a:p>
          <a:p>
            <a:r>
              <a:rPr sz="1200"/>
              <a:t>Hygiene</a:t>
            </a:r>
          </a:p>
          <a:p/>
          <a:p>
            <a:r>
              <a:rPr sz="1200"/>
              <a:t>    Start 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 Screen] chaps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🏔</a:t>
            </a:r>
          </a:p>
          <a:p/>
          <a:p>
            <a:r>
              <a:rPr sz="1200"/>
              <a:t>Everest Training</a:t>
            </a:r>
          </a:p>
          <a:p>
            <a:r>
              <a:rPr sz="1200"/>
              <a:t>Service Manual 2026</a:t>
            </a:r>
          </a:p>
          <a:p/>
          <a:p>
            <a:r>
              <a:rPr sz="1200"/>
              <a:t>0%</a:t>
            </a:r>
          </a:p>
          <a:p/>
          <a:p>
            <a:r>
              <a:rPr sz="1200"/>
              <a:t>Chapters</a:t>
            </a:r>
          </a:p>
          <a:p/>
          <a:p>
            <a:r>
              <a:rPr sz="1200"/>
              <a:t>01</a:t>
            </a:r>
          </a:p>
          <a:p>
            <a:r>
              <a:rPr sz="1200"/>
              <a:t>Chapter 01</a:t>
            </a:r>
          </a:p>
          <a:p>
            <a:r>
              <a:rPr sz="1200"/>
              <a:t>Brand Philosophy &amp; Values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02</a:t>
            </a:r>
          </a:p>
          <a:p>
            <a:r>
              <a:rPr sz="1200"/>
              <a:t>Chapter 02</a:t>
            </a:r>
          </a:p>
          <a:p>
            <a:r>
              <a:rPr sz="1200"/>
              <a:t>Uniform &amp; Appearance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03</a:t>
            </a:r>
          </a:p>
          <a:p>
            <a:r>
              <a:rPr sz="1200"/>
              <a:t>Chapter 03</a:t>
            </a:r>
          </a:p>
          <a:p>
            <a:r>
              <a:rPr sz="1200"/>
              <a:t>Guest Greeting &amp; Welcome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04</a:t>
            </a:r>
          </a:p>
          <a:p>
            <a:r>
              <a:rPr sz="1200"/>
              <a:t>Chapter 04</a:t>
            </a:r>
          </a:p>
          <a:p>
            <a:r>
              <a:rPr sz="1200"/>
              <a:t>Table Setting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05</a:t>
            </a:r>
          </a:p>
          <a:p>
            <a:r>
              <a:rPr sz="1200"/>
              <a:t>Chapter 05</a:t>
            </a:r>
          </a:p>
          <a:p>
            <a:r>
              <a:rPr sz="1200"/>
              <a:t>Taking Orders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06</a:t>
            </a:r>
          </a:p>
          <a:p>
            <a:r>
              <a:rPr sz="1200"/>
              <a:t>Chapter 06</a:t>
            </a:r>
          </a:p>
          <a:p>
            <a:r>
              <a:rPr sz="1200"/>
              <a:t>Food Service &amp; Serving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07</a:t>
            </a:r>
          </a:p>
          <a:p>
            <a:r>
              <a:rPr sz="1200"/>
              <a:t>Chapter 07</a:t>
            </a:r>
          </a:p>
          <a:p>
            <a:r>
              <a:rPr sz="1200"/>
              <a:t>Menu Knowledge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08</a:t>
            </a:r>
          </a:p>
          <a:p>
            <a:r>
              <a:rPr sz="1200"/>
              <a:t>Chapter 08</a:t>
            </a:r>
          </a:p>
          <a:p>
            <a:r>
              <a:rPr sz="1200"/>
              <a:t>Complaint Handling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09</a:t>
            </a:r>
          </a:p>
          <a:p>
            <a:r>
              <a:rPr sz="1200"/>
              <a:t>Chapter 09</a:t>
            </a:r>
          </a:p>
          <a:p>
            <a:r>
              <a:rPr sz="1200"/>
              <a:t>Hygiene &amp; Food Safety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10</a:t>
            </a:r>
          </a:p>
          <a:p>
            <a:r>
              <a:rPr sz="1200"/>
              <a:t>Chapter 10</a:t>
            </a:r>
          </a:p>
          <a:p>
            <a:r>
              <a:rPr sz="1200"/>
              <a:t>Daily Checklist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 Screen]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All Chapters</a:t>
            </a:r>
          </a:p>
          <a:p>
            <a:r>
              <a:rPr sz="1200"/>
              <a:t>    </a:t>
            </a:r>
          </a:p>
          <a:p/>
          <a:p>
            <a:r>
              <a:rPr sz="1200"/>
              <a:t>01</a:t>
            </a:r>
          </a:p>
          <a:p/>
          <a:p>
            <a:r>
              <a:rPr sz="1200"/>
              <a:t>Chapter 01</a:t>
            </a:r>
          </a:p>
          <a:p>
            <a:r>
              <a:rPr sz="1200"/>
              <a:t>Brand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 Screen]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📝</a:t>
            </a:r>
          </a:p>
          <a:p/>
          <a:p>
            <a:r>
              <a:rPr sz="1200"/>
              <a:t>Knowledge Quiz</a:t>
            </a:r>
          </a:p>
          <a:p>
            <a:r>
              <a:rPr sz="1200"/>
              <a:t>8 Questions · Pass = 80%</a:t>
            </a:r>
          </a:p>
          <a:p/>
          <a:p>
            <a:r>
              <a:rPr sz="1200"/>
              <a:t>0/8</a:t>
            </a:r>
          </a:p>
          <a:p/>
          <a:p>
            <a:r>
              <a:rPr sz="1200"/>
              <a:t>Service Quiz</a:t>
            </a:r>
          </a:p>
          <a:p/>
          <a:p>
            <a:r>
              <a:rPr sz="1200"/>
              <a:t>Test what you've learned from the training manual.</a:t>
            </a:r>
          </a:p>
          <a:p/>
          <a:p>
            <a:r>
              <a:rPr sz="1200"/>
              <a:t>Q 01 · GUEST GREETING</a:t>
            </a:r>
          </a:p>
          <a:p/>
          <a:p>
            <a:r>
              <a:rPr sz="1200"/>
              <a:t>What is the maximum time to acknowledge a guest after they enter?</a:t>
            </a:r>
          </a:p>
          <a:p/>
          <a:p>
            <a:r>
              <a:rPr sz="1200"/>
              <a:t> Within 1 minute</a:t>
            </a:r>
          </a:p>
          <a:p/>
          <a:p>
            <a:r>
              <a:rPr sz="1200"/>
              <a:t> Within 30 seconds</a:t>
            </a:r>
          </a:p>
          <a:p/>
          <a:p>
            <a:r>
              <a:rPr sz="1200"/>
              <a:t> Within 3 minutes</a:t>
            </a:r>
          </a:p>
          <a:p/>
          <a:p>
            <a:r>
              <a:rPr sz="1200"/>
              <a:t> When the guest calls you</a:t>
            </a:r>
          </a:p>
          <a:p/>
          <a:p>
            <a:r>
              <a:rPr sz="1200"/>
              <a:t>✅ Within 30 seconds — the Everest "30-Second Rule." Even if busy, make eye contact and acknowledge the guest immediately.</a:t>
            </a:r>
          </a:p>
          <a:p/>
          <a:p>
            <a:r>
              <a:rPr sz="1200"/>
              <a:t>Q 02 · UNIFORM</a:t>
            </a:r>
          </a:p>
          <a:p/>
          <a:p>
            <a:r>
              <a:rPr sz="1200"/>
              <a:t>Which is correct according to Everest uniform policy?</a:t>
            </a:r>
          </a:p>
          <a:p/>
          <a:p>
            <a:r>
              <a:rPr sz="1200"/>
              <a:t> Wear strong perfume to smell fresh</a:t>
            </a:r>
          </a:p>
          <a:p/>
          <a:p>
            <a:r>
              <a:rPr sz="1200"/>
              <a:t> Gel nails are fine if they look neat</a:t>
            </a:r>
          </a:p>
          <a:p/>
          <a:p>
            <a:r>
              <a:rPr sz="1200"/>
              <a:t> Long hair must be tied back neatly</a:t>
            </a:r>
          </a:p>
          <a:p/>
          <a:p>
            <a:r>
              <a:rPr sz="1200"/>
              <a:t> Wear personal clothing over the uniform</a:t>
            </a:r>
          </a:p>
          <a:p/>
          <a:p>
            <a:r>
              <a:rPr sz="1200"/>
              <a:t>✅ Long hair must be tied back. Perfume should be minimal. Gel nails are prohibited (food contamination risk). Personal clothing over uniform is not allowed.</a:t>
            </a:r>
          </a:p>
          <a:p/>
          <a:p>
            <a:r>
              <a:rPr sz="1200"/>
              <a:t>Q 03 · TABLE SETTING</a:t>
            </a:r>
          </a:p>
          <a:p/>
          <a:p>
            <a:r>
              <a:rPr sz="1200"/>
              <a:t>How are cutlery, glass, and wet tissue set up at Everest?</a:t>
            </a:r>
          </a:p>
          <a:p/>
          <a:p>
            <a:r>
              <a:rPr sz="1200"/>
              <a:t> Separately placed on the table</a:t>
            </a:r>
          </a:p>
          <a:p/>
          <a:p>
            <a:r>
              <a:rPr sz="1200"/>
              <a:t> All placed together on the brass plate</a:t>
            </a:r>
          </a:p>
          <a:p/>
          <a:p>
            <a:r>
              <a:rPr sz="1200"/>
              <a:t> Wrapped in a napkin beside the plate</a:t>
            </a:r>
          </a:p>
          <a:p/>
          <a:p>
            <a:r>
              <a:rPr sz="1200"/>
              <a:t> Brought out only when food is served</a:t>
            </a:r>
          </a:p>
          <a:p/>
          <a:p>
            <a:r>
              <a:rPr sz="1200"/>
              <a:t>✅ All placed on the brass plate — fork, spoon (no knife), glass, and wet tissue are all set on the brass tali plate together. Napkins are pre-set on the table separately.</a:t>
            </a:r>
          </a:p>
          <a:p/>
          <a:p>
            <a:r>
              <a:rPr sz="1200"/>
              <a:t>Q 04 · COMPLAINT HANDLING</a:t>
            </a:r>
          </a:p>
          <a:p/>
          <a:p>
            <a:r>
              <a:rPr sz="1200"/>
              <a:t>What does "E" stand for in the HEART complaint model?</a:t>
            </a:r>
          </a:p>
          <a:p/>
          <a:p>
            <a:r>
              <a:rPr sz="1200"/>
              <a:t> Explain the situation</a:t>
            </a:r>
          </a:p>
          <a:p/>
          <a:p>
            <a:r>
              <a:rPr sz="1200"/>
              <a:t> Escalate to manager</a:t>
            </a:r>
          </a:p>
          <a:p/>
          <a:p>
            <a:r>
              <a:rPr sz="1200"/>
              <a:t> Empathize with the guest</a:t>
            </a:r>
          </a:p>
          <a:p/>
          <a:p>
            <a:r>
              <a:rPr sz="1200"/>
              <a:t> Evaluate the complaint</a:t>
            </a:r>
          </a:p>
          <a:p/>
          <a:p>
            <a:r>
              <a:rPr sz="1200"/>
              <a:t>✅ Empathize — genuinely understanding and acknowledging the guest's feelings is the second step of the HEART model.</a:t>
            </a:r>
          </a:p>
          <a:p/>
          <a:p>
            <a:r>
              <a:rPr sz="1200"/>
              <a:t>Q 05 · FOOD SERVICE</a:t>
            </a:r>
          </a:p>
          <a:p/>
          <a:p>
            <a:r>
              <a:rPr sz="1200"/>
              <a:t>From which side should food be served to a guest?</a:t>
            </a:r>
          </a:p>
          <a:p/>
          <a:p>
            <a:r>
              <a:rPr sz="1200"/>
              <a:t> Whichever side is most convenient</a:t>
            </a:r>
          </a:p>
          <a:p/>
          <a:p>
            <a:r>
              <a:rPr sz="1200"/>
              <a:t> From the guest's left side</a:t>
            </a:r>
          </a:p>
          <a:p/>
          <a:p>
            <a:r>
              <a:rPr sz="1200"/>
              <a:t> From the guest's right side</a:t>
            </a:r>
          </a:p>
          <a:p/>
          <a:p>
            <a:r>
              <a:rPr sz="1200"/>
              <a:t> From directly in front</a:t>
            </a:r>
          </a:p>
          <a:p/>
          <a:p>
            <a:r>
              <a:rPr sz="1200"/>
              <a:t>✅ From the guest's right side — food is served from the right. Beverage refills are served from the left. This is international service standard.</a:t>
            </a:r>
          </a:p>
          <a:p/>
          <a:p>
            <a:r>
              <a:rPr sz="1200"/>
              <a:t>Q 06 · FOOD SAFETY</a:t>
            </a:r>
          </a:p>
          <a:p/>
          <a:p>
            <a:r>
              <a:rPr sz="1200"/>
              <a:t>What is the food safety "Danger Zone" temperature range?</a:t>
            </a:r>
          </a:p>
          <a:p/>
          <a:p>
            <a:r>
              <a:rPr sz="1200"/>
              <a:t> 0°C ~ 30°C</a:t>
            </a:r>
          </a:p>
          <a:p/>
          <a:p>
            <a:r>
              <a:rPr sz="1200"/>
              <a:t> 5°C ~ 60°C</a:t>
            </a:r>
          </a:p>
          <a:p/>
          <a:p>
            <a:r>
              <a:rPr sz="1200"/>
              <a:t> 10°C ~ 80°C</a:t>
            </a:r>
          </a:p>
          <a:p/>
          <a:p>
            <a:r>
              <a:rPr sz="1200"/>
              <a:t> 20°C ~ 100°C</a:t>
            </a:r>
          </a:p>
          <a:p/>
          <a:p>
            <a:r>
              <a:rPr sz="1200"/>
              <a:t>✅ 5°C ~ 60°C — bacteria multiply fastest in this range. Keep cold food below 5°C and hot food above 60°C when serving.</a:t>
            </a:r>
          </a:p>
          <a:p/>
          <a:p>
            <a:r>
              <a:rPr sz="1200"/>
              <a:t>Q 07 · MENU KNOWLEDGE</a:t>
            </a:r>
          </a:p>
          <a:p/>
          <a:p>
            <a:r>
              <a:rPr sz="1200"/>
              <a:t>Which drink is BEST for reducing spiciness?</a:t>
            </a:r>
          </a:p>
          <a:p/>
          <a:p>
            <a:r>
              <a:rPr sz="1200"/>
              <a:t> Iced Americano coffee</a:t>
            </a:r>
          </a:p>
          <a:p/>
          <a:p>
            <a:r>
              <a:rPr sz="1200"/>
              <a:t> Cola or sparkling water</a:t>
            </a:r>
          </a:p>
          <a:p/>
          <a:p>
            <a:r>
              <a:rPr sz="1200"/>
              <a:t> Mango Lassi (yogurt-based)</a:t>
            </a:r>
          </a:p>
          <a:p/>
          <a:p>
            <a:r>
              <a:rPr sz="1200"/>
              <a:t> Hot Masala Chai</a:t>
            </a:r>
          </a:p>
          <a:p/>
          <a:p>
            <a:r>
              <a:rPr sz="1200"/>
              <a:t>✅ Mango Lassi — the casein protein in dairy yogurt binds with capsaicin and effectively neutralizes the burning sensation.</a:t>
            </a:r>
          </a:p>
          <a:p/>
          <a:p>
            <a:r>
              <a:rPr sz="1200"/>
              <a:t>Q 08 · BRANCH KNOWLEDGE</a:t>
            </a:r>
          </a:p>
          <a:p/>
          <a:p>
            <a:r>
              <a:rPr sz="1200"/>
              <a:t>Which branches use glass tumblers instead of bronze cups?</a:t>
            </a:r>
          </a:p>
          <a:p/>
          <a:p>
            <a:r>
              <a:rPr sz="1200"/>
              <a:t> Dongdaemun and Dongtan</a:t>
            </a:r>
          </a:p>
          <a:p/>
          <a:p>
            <a:r>
              <a:rPr sz="1200"/>
              <a:t> Suwon, Hanam, and Magok</a:t>
            </a:r>
          </a:p>
          <a:p/>
          <a:p>
            <a:r>
              <a:rPr sz="1200"/>
              <a:t> All branches use glass tumblers</a:t>
            </a:r>
          </a:p>
          <a:p/>
          <a:p>
            <a:r>
              <a:rPr sz="1200"/>
              <a:t> All branches use bronze cups</a:t>
            </a:r>
          </a:p>
          <a:p/>
          <a:p>
            <a:r>
              <a:rPr sz="1200"/>
              <a:t>✅ Suwon, Hanam, and Magok use glass tumblers. All other branches use traditional bronze cups.</a:t>
            </a:r>
          </a:p>
          <a:p/>
          <a:p>
            <a:r>
              <a:rPr sz="1200"/>
              <a:t>Submit Answers</a:t>
            </a:r>
          </a:p>
          <a:p/>
          <a:p>
            <a:r>
              <a:rPr sz="1200"/>
              <a:t>Try Again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[EN Screen] nav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Home</a:t>
            </a:r>
          </a:p>
          <a:p>
            <a:r>
              <a:rPr sz="1200"/>
              <a:t>  </a:t>
            </a:r>
          </a:p>
          <a:p/>
          <a:p>
            <a:r>
              <a:rPr sz="1200"/>
              <a:t>    Chapters</a:t>
            </a:r>
          </a:p>
          <a:p>
            <a:r>
              <a:rPr sz="1200"/>
              <a:t>  </a:t>
            </a:r>
          </a:p>
          <a:p/>
          <a:p>
            <a:r>
              <a:rPr sz="1200"/>
              <a:t>    Quiz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 Screen]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एवरेस्ट रेस्टुरेन्ट ग्रुप · २०२६</a:t>
            </a:r>
          </a:p>
          <a:p/>
          <a:p>
            <a:r>
              <a:rPr sz="1200"/>
              <a:t>सेवा</a:t>
            </a:r>
          </a:p>
          <a:p>
            <a:r>
              <a:rPr sz="1200"/>
              <a:t>प्रशिक्षण</a:t>
            </a:r>
          </a:p>
          <a:p>
            <a:r>
              <a:rPr sz="1200"/>
              <a:t>पुस्तिका</a:t>
            </a:r>
          </a:p>
          <a:p/>
          <a:p>
            <a:r>
              <a:rPr sz="1200"/>
              <a:t>हरेक क्षणमा उत्कृष्टता</a:t>
            </a:r>
          </a:p>
          <a:p/>
          <a:p>
            <a:r>
              <a:rPr sz="1200"/>
              <a:t>हिमालयको न्यानोपनसहित विश्वस्तरीय आतिथ्य प्रदान गर्ने तपाईंको सम्पूर्ण मार्गदर्शन।</a:t>
            </a:r>
          </a:p>
          <a:p/>
          <a:p>
            <a:r>
              <a:rPr sz="1200"/>
              <a:t>ब्र्यान्ड मूल्य</a:t>
            </a:r>
          </a:p>
          <a:p>
            <a:r>
              <a:rPr sz="1200"/>
              <a:t>युनिफर्म</a:t>
            </a:r>
          </a:p>
          <a:p>
            <a:r>
              <a:rPr sz="1200"/>
              <a:t>अभिवादन</a:t>
            </a:r>
          </a:p>
          <a:p/>
          <a:p>
            <a:r>
              <a:rPr sz="1200"/>
              <a:t>टेबल सेटअप</a:t>
            </a:r>
          </a:p>
          <a:p>
            <a:r>
              <a:rPr sz="1200"/>
              <a:t>अर्डर</a:t>
            </a:r>
          </a:p>
          <a:p>
            <a:r>
              <a:rPr sz="1200"/>
              <a:t>परिवेशन</a:t>
            </a:r>
          </a:p>
          <a:p/>
          <a:p>
            <a:r>
              <a:rPr sz="1200"/>
              <a:t>मेनु</a:t>
            </a:r>
          </a:p>
          <a:p>
            <a:r>
              <a:rPr sz="1200"/>
              <a:t>गुनासो</a:t>
            </a:r>
          </a:p>
          <a:p>
            <a:r>
              <a:rPr sz="1200"/>
              <a:t>स्वच्छता</a:t>
            </a:r>
          </a:p>
          <a:p/>
          <a:p>
            <a:r>
              <a:rPr sz="1200"/>
              <a:t>    Start Training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 Screen] chaps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🏔</a:t>
            </a:r>
          </a:p>
          <a:p/>
          <a:p>
            <a:r>
              <a:rPr sz="1200"/>
              <a:t>एवरेस्ट प्रशिक्षण</a:t>
            </a:r>
          </a:p>
          <a:p>
            <a:r>
              <a:rPr sz="1200"/>
              <a:t>सेवा पुस्तिका २०२६</a:t>
            </a:r>
          </a:p>
          <a:p/>
          <a:p>
            <a:r>
              <a:rPr sz="1200"/>
              <a:t>0%</a:t>
            </a:r>
          </a:p>
          <a:p/>
          <a:p>
            <a:r>
              <a:rPr sz="1200"/>
              <a:t>अध्यायहरू</a:t>
            </a:r>
          </a:p>
          <a:p/>
          <a:p>
            <a:r>
              <a:rPr sz="1200"/>
              <a:t>01</a:t>
            </a:r>
          </a:p>
          <a:p>
            <a:r>
              <a:rPr sz="1200"/>
              <a:t>अध्याय ०1</a:t>
            </a:r>
          </a:p>
          <a:p>
            <a:r>
              <a:rPr sz="1200"/>
              <a:t>ब्र्यान्ड दर्शन र मूल्यहरू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02</a:t>
            </a:r>
          </a:p>
          <a:p>
            <a:r>
              <a:rPr sz="1200"/>
              <a:t>अध्याय ०2</a:t>
            </a:r>
          </a:p>
          <a:p>
            <a:r>
              <a:rPr sz="1200"/>
              <a:t>युनिफर्म र उपस्थिति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03</a:t>
            </a:r>
          </a:p>
          <a:p>
            <a:r>
              <a:rPr sz="1200"/>
              <a:t>अध्याय ०3</a:t>
            </a:r>
          </a:p>
          <a:p>
            <a:r>
              <a:rPr sz="1200"/>
              <a:t>अतिथि अभिवादन र स्वागत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04</a:t>
            </a:r>
          </a:p>
          <a:p>
            <a:r>
              <a:rPr sz="1200"/>
              <a:t>अध्याय ०4</a:t>
            </a:r>
          </a:p>
          <a:p>
            <a:r>
              <a:rPr sz="1200"/>
              <a:t>टेबल सेटिङ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05</a:t>
            </a:r>
          </a:p>
          <a:p>
            <a:r>
              <a:rPr sz="1200"/>
              <a:t>अध्याय ०5</a:t>
            </a:r>
          </a:p>
          <a:p>
            <a:r>
              <a:rPr sz="1200"/>
              <a:t>अर्डर लिने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06</a:t>
            </a:r>
          </a:p>
          <a:p>
            <a:r>
              <a:rPr sz="1200"/>
              <a:t>अध्याय ०6</a:t>
            </a:r>
          </a:p>
          <a:p>
            <a:r>
              <a:rPr sz="1200"/>
              <a:t>खाना परिवेशन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07</a:t>
            </a:r>
          </a:p>
          <a:p>
            <a:r>
              <a:rPr sz="1200"/>
              <a:t>अध्याय ०7</a:t>
            </a:r>
          </a:p>
          <a:p>
            <a:r>
              <a:rPr sz="1200"/>
              <a:t>मेनु ज्ञान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08</a:t>
            </a:r>
          </a:p>
          <a:p>
            <a:r>
              <a:rPr sz="1200"/>
              <a:t>अध्याय ०8</a:t>
            </a:r>
          </a:p>
          <a:p>
            <a:r>
              <a:rPr sz="1200"/>
              <a:t>गुनासो व्यवस्थापन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09</a:t>
            </a:r>
          </a:p>
          <a:p>
            <a:r>
              <a:rPr sz="1200"/>
              <a:t>अध्याय ०9</a:t>
            </a:r>
          </a:p>
          <a:p>
            <a:r>
              <a:rPr sz="1200"/>
              <a:t>स्वच्छता र खाद्य सुरक्षा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  <a:p/>
          <a:p>
            <a:r>
              <a:rPr sz="1200"/>
              <a:t>10</a:t>
            </a:r>
          </a:p>
          <a:p>
            <a:r>
              <a:rPr sz="1200"/>
              <a:t>अध्याय 10</a:t>
            </a:r>
          </a:p>
          <a:p>
            <a:r>
              <a:rPr sz="1200"/>
              <a:t>दैनिक जाँचसूची</a:t>
            </a:r>
          </a:p>
          <a:p>
            <a:r>
              <a:rPr sz="1200"/>
              <a:t>›</a:t>
            </a:r>
          </a:p>
          <a:p>
            <a:r>
              <a:rPr sz="1200"/>
              <a:t>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 Screen]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All Chapters</a:t>
            </a:r>
          </a:p>
          <a:p>
            <a:r>
              <a:rPr sz="1200"/>
              <a:t>    </a:t>
            </a:r>
          </a:p>
          <a:p/>
          <a:p>
            <a:r>
              <a:rPr sz="1200"/>
              <a:t>01</a:t>
            </a:r>
          </a:p>
          <a:p/>
          <a:p>
            <a:r>
              <a:rPr sz="1200"/>
              <a:t>Chapter 01</a:t>
            </a:r>
          </a:p>
          <a:p>
            <a:r>
              <a:rPr sz="1200"/>
              <a:t>Brand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 Screen]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📝</a:t>
            </a:r>
          </a:p>
          <a:p/>
          <a:p>
            <a:r>
              <a:rPr sz="1200"/>
              <a:t>ज्ञान परीक्षा</a:t>
            </a:r>
          </a:p>
          <a:p>
            <a:r>
              <a:rPr sz="1200"/>
              <a:t>८ प्रश्न · उत्तीर्ण = ८०%</a:t>
            </a:r>
          </a:p>
          <a:p/>
          <a:p>
            <a:r>
              <a:rPr sz="1200"/>
              <a:t>0/8</a:t>
            </a:r>
          </a:p>
          <a:p/>
          <a:p>
            <a:r>
              <a:rPr sz="1200"/>
              <a:t>सेवा परीक्षा</a:t>
            </a:r>
          </a:p>
          <a:p/>
          <a:p>
            <a:r>
              <a:rPr sz="1200"/>
              <a:t>प्रशिक्षण पुस्तिकाबाट सिकेको जाँच गर्नुहोस्।</a:t>
            </a:r>
          </a:p>
          <a:p/>
          <a:p>
            <a:r>
              <a:rPr sz="1200"/>
              <a:t>प्र ०१ · अतिथि अभिवादन</a:t>
            </a:r>
          </a:p>
          <a:p/>
          <a:p>
            <a:r>
              <a:rPr sz="1200"/>
              <a:t>अतिथि भित्र प्रवेश गरेपछि उनीहरूलाई स्वीकार गर्न अधिकतम कति समय लाग्नु पर्छ?</a:t>
            </a:r>
          </a:p>
          <a:p/>
          <a:p>
            <a:r>
              <a:rPr sz="1200"/>
              <a:t> १ मिनेट भित्र</a:t>
            </a:r>
          </a:p>
          <a:p/>
          <a:p>
            <a:r>
              <a:rPr sz="1200"/>
              <a:t> ३० सेकेन्ड भित्र</a:t>
            </a:r>
          </a:p>
          <a:p/>
          <a:p>
            <a:r>
              <a:rPr sz="1200"/>
              <a:t> ३ मिनेट भित्र</a:t>
            </a:r>
          </a:p>
          <a:p/>
          <a:p>
            <a:r>
              <a:rPr sz="1200"/>
              <a:t> अतिथिले बोलाएपछि</a:t>
            </a:r>
          </a:p>
          <a:p/>
          <a:p>
            <a:r>
              <a:rPr sz="1200"/>
              <a:t>✅ ३० सेकेन्ड भित्र — एवरेस्टको "३०-सेकेन्ड नियम।" व्यस्त भए पनि आँखा सम्पर्क गरी अतिथिलाई तुरुन्तै स्वीकार गर्नुहोस्।</a:t>
            </a:r>
          </a:p>
          <a:p/>
          <a:p>
            <a:r>
              <a:rPr sz="1200"/>
              <a:t>प्र ०२ · युनिफर्म</a:t>
            </a:r>
          </a:p>
          <a:p/>
          <a:p>
            <a:r>
              <a:rPr sz="1200"/>
              <a:t>एवरेस्टको युनिफर्म नीति अनुसार कुन कुरा सही छ?</a:t>
            </a:r>
          </a:p>
          <a:p/>
          <a:p>
            <a:r>
              <a:rPr sz="1200"/>
              <a:t> ताजा महकाउन कडा सुगन्ध लगाउने</a:t>
            </a:r>
          </a:p>
          <a:p/>
          <a:p>
            <a:r>
              <a:rPr sz="1200"/>
              <a:t> जेल नेलहरू मिलाएर राखे ठिक छ</a:t>
            </a:r>
          </a:p>
          <a:p/>
          <a:p>
            <a:r>
              <a:rPr sz="1200"/>
              <a:t> लामो कपाल मिलाएर बाँध्नु पर्छ</a:t>
            </a:r>
          </a:p>
          <a:p/>
          <a:p>
            <a:r>
              <a:rPr sz="1200"/>
              <a:t> युनिफर्म माथि व्यक्तिगत लुगा लगाउने</a:t>
            </a:r>
          </a:p>
          <a:p/>
          <a:p>
            <a:r>
              <a:rPr sz="1200"/>
              <a:t>✅ लामो कपाल बाँध्नु पर्छ। सुगन्ध न्यूनतम हुनु पर्छ। जेल नेल निषेधित छ। युनिफर्म माथि व्यक्तिगत लुगा लगाउन पाइँदैन।</a:t>
            </a:r>
          </a:p>
          <a:p/>
          <a:p>
            <a:r>
              <a:rPr sz="1200"/>
              <a:t>प्र ०३ · टेबल सेटिङ</a:t>
            </a:r>
          </a:p>
          <a:p/>
          <a:p>
            <a:r>
              <a:rPr sz="1200"/>
              <a:t>एवरेस्टमा काँटा, गिलास र भिजेको टिस्यू कसरी राखिन्छ?</a:t>
            </a:r>
          </a:p>
          <a:p/>
          <a:p>
            <a:r>
              <a:rPr sz="1200"/>
              <a:t> टेबलमा छुट्टाछुट्टै राखिन्छ</a:t>
            </a:r>
          </a:p>
          <a:p/>
          <a:p>
            <a:r>
              <a:rPr sz="1200"/>
              <a:t> सबै पितल प्लेटमा सँगै राखिन्छ</a:t>
            </a:r>
          </a:p>
          <a:p/>
          <a:p>
            <a:r>
              <a:rPr sz="1200"/>
              <a:t> प्लेट छेउमा रुमालमा बेरेर राखिन्छ</a:t>
            </a:r>
          </a:p>
          <a:p/>
          <a:p>
            <a:r>
              <a:rPr sz="1200"/>
              <a:t> खाना परोस्दा मात्र ल्याइन्छ</a:t>
            </a:r>
          </a:p>
          <a:p/>
          <a:p>
            <a:r>
              <a:rPr sz="1200"/>
              <a:t>✅ सबै पितल प्लेटमा — काँटा, चम्चा (चक्कु छैन), गिलास र भिजेको टिस्यू सबै सँगै राखिन्छ। रुमाल टेबलमा छुट्टै पहिले नै राखिन्छ।</a:t>
            </a:r>
          </a:p>
          <a:p/>
          <a:p>
            <a:r>
              <a:rPr sz="1200"/>
              <a:t>प्र ०४ · गुनासो व्यवस्थापन</a:t>
            </a:r>
          </a:p>
          <a:p/>
          <a:p>
            <a:r>
              <a:rPr sz="1200"/>
              <a:t>HEART गुनासो मोडेलमा "E" ले के जनाउँछ?</a:t>
            </a:r>
          </a:p>
          <a:p/>
          <a:p>
            <a:r>
              <a:rPr sz="1200"/>
              <a:t> अवस्था स्पष्ट पार्नु (Explain)</a:t>
            </a:r>
          </a:p>
          <a:p/>
          <a:p>
            <a:r>
              <a:rPr sz="1200"/>
              <a:t> प्रबन्धकमा सारेर पठाउनु (Escalate)</a:t>
            </a:r>
          </a:p>
          <a:p/>
          <a:p>
            <a:r>
              <a:rPr sz="1200"/>
              <a:t> अतिथिसँग सहानुभूति देखाउनु (Empathize)</a:t>
            </a:r>
          </a:p>
          <a:p/>
          <a:p>
            <a:r>
              <a:rPr sz="1200"/>
              <a:t> गुनासो मूल्याङ्कन गर्नु (Evaluate)</a:t>
            </a:r>
          </a:p>
          <a:p/>
          <a:p>
            <a:r>
              <a:rPr sz="1200"/>
              <a:t>✅ Empathize (सहानुभूति) — अतिथिको भावना वास्तविक रूपमा बुझ्नु HEART मोडेलको दोस्रो चरण हो।</a:t>
            </a:r>
          </a:p>
          <a:p/>
          <a:p>
            <a:r>
              <a:rPr sz="1200"/>
              <a:t>प्र ०५ · खाना परिवेशन</a:t>
            </a:r>
          </a:p>
          <a:p/>
          <a:p>
            <a:r>
              <a:rPr sz="1200"/>
              <a:t>अतिथिलाई खाना कुन तर्फबाट परोस्नु पर्छ?</a:t>
            </a:r>
          </a:p>
          <a:p/>
          <a:p>
            <a:r>
              <a:rPr sz="1200"/>
              <a:t> जुन तर्फ सजिलो होस्</a:t>
            </a:r>
          </a:p>
          <a:p/>
          <a:p>
            <a:r>
              <a:rPr sz="1200"/>
              <a:t> अतिथिको बायाँ तर्फबाट</a:t>
            </a:r>
          </a:p>
          <a:p/>
          <a:p>
            <a:r>
              <a:rPr sz="1200"/>
              <a:t> अतिथिको दायाँ तर्फबाट</a:t>
            </a:r>
          </a:p>
          <a:p/>
          <a:p>
            <a:r>
              <a:rPr sz="1200"/>
              <a:t> सिधा अगाडिबाट</a:t>
            </a:r>
          </a:p>
          <a:p/>
          <a:p>
            <a:r>
              <a:rPr sz="1200"/>
              <a:t>✅ अतिथिको दायाँ तर्फबाट — खाना दायाँबाट परोसिन्छ। पेयपदार्थ बायाँबाट दिइन्छ। यो अन्तर्राष्ट्रिय सेवा मानक हो।</a:t>
            </a:r>
          </a:p>
          <a:p/>
          <a:p>
            <a:r>
              <a:rPr sz="1200"/>
              <a:t>प्र ०६ · खाद्य सुरक्षा</a:t>
            </a:r>
          </a:p>
          <a:p/>
          <a:p>
            <a:r>
              <a:rPr sz="1200"/>
              <a:t>खाद्य सुरक्षाको "खतरा क्षेत्र" तापमान दायरा कुन हो?</a:t>
            </a:r>
          </a:p>
          <a:p/>
          <a:p>
            <a:r>
              <a:rPr sz="1200"/>
              <a:t> ०°C ~ ३०°C</a:t>
            </a:r>
          </a:p>
          <a:p/>
          <a:p>
            <a:r>
              <a:rPr sz="1200"/>
              <a:t> ५°C ~ ६०°C</a:t>
            </a:r>
          </a:p>
          <a:p/>
          <a:p>
            <a:r>
              <a:rPr sz="1200"/>
              <a:t> १०°C ~ ८०°C</a:t>
            </a:r>
          </a:p>
          <a:p/>
          <a:p>
            <a:r>
              <a:rPr sz="1200"/>
              <a:t> २०°C ~ १००°C</a:t>
            </a:r>
          </a:p>
          <a:p/>
          <a:p>
            <a:r>
              <a:rPr sz="1200"/>
              <a:t>✅ ५°C ~ ६०°C — यस दायरामा ब्याक्टेरिया सबैभन्दा छिटो बढ्छ। चिसो खाना ५°C भन्दा कम र तातो खाना ६०°C भन्दा बढीमा राख्नुहोस्।</a:t>
            </a:r>
          </a:p>
          <a:p/>
          <a:p>
            <a:r>
              <a:rPr sz="1200"/>
              <a:t>प्र ०७ · मेनु ज्ञान</a:t>
            </a:r>
          </a:p>
          <a:p/>
          <a:p>
            <a:r>
              <a:rPr sz="1200"/>
              <a:t>पिरो खाना खाएपछि कुन पेयपदार्थ सबैभन्दा उत्तम हुन्छ?</a:t>
            </a:r>
          </a:p>
          <a:p/>
          <a:p>
            <a:r>
              <a:rPr sz="1200"/>
              <a:t> आइस्ड अमेरिकानो कफी</a:t>
            </a:r>
          </a:p>
          <a:p/>
          <a:p>
            <a:r>
              <a:rPr sz="1200"/>
              <a:t> कोला वा स्पार्कलिङ पानी</a:t>
            </a:r>
          </a:p>
          <a:p/>
          <a:p>
            <a:r>
              <a:rPr sz="1200"/>
              <a:t> म्यांगो लस्सी (दही आधारित)</a:t>
            </a:r>
          </a:p>
          <a:p/>
          <a:p>
            <a:r>
              <a:rPr sz="1200"/>
              <a:t> तातो मसाला चिया</a:t>
            </a:r>
          </a:p>
          <a:p/>
          <a:p>
            <a:r>
              <a:rPr sz="1200"/>
              <a:t>✅ म्यांगो लस्सी — दहीको क्यासेइन प्रोटिनले क्याप्साइसिनसँग बाँधिन्छ र जलन प्रभावकारी रूपमा हटाउँछ।</a:t>
            </a:r>
          </a:p>
          <a:p/>
          <a:p>
            <a:r>
              <a:rPr sz="1200"/>
              <a:t>प्र ०८ · शाखा ज्ञान</a:t>
            </a:r>
          </a:p>
          <a:p/>
          <a:p>
            <a:r>
              <a:rPr sz="1200"/>
              <a:t>कुन शाखाहरूमा पितलको कप सट्टा गिलास टम्बलर प्रयोग गरिन्छ?</a:t>
            </a:r>
          </a:p>
          <a:p/>
          <a:p>
            <a:r>
              <a:rPr sz="1200"/>
              <a:t> डोंगदेमुन र डोंगटान</a:t>
            </a:r>
          </a:p>
          <a:p/>
          <a:p>
            <a:r>
              <a:rPr sz="1200"/>
              <a:t> सुवोन, हानम र माग्योक</a:t>
            </a:r>
          </a:p>
          <a:p/>
          <a:p>
            <a:r>
              <a:rPr sz="1200"/>
              <a:t> सबै शाखामा गिलास टम्बलर</a:t>
            </a:r>
          </a:p>
          <a:p/>
          <a:p>
            <a:r>
              <a:rPr sz="1200"/>
              <a:t> सबै शाखामा पितलको कप</a:t>
            </a:r>
          </a:p>
          <a:p/>
          <a:p>
            <a:r>
              <a:rPr sz="1200"/>
              <a:t>✅ सुवोन, हानम र माग्योकमा गिलास टम्बलर प्रयोग गरिन्छ। अन्य सबै शाखामा परम्परागत पितलको कप प्रयोग हुन्छ।</a:t>
            </a:r>
          </a:p>
          <a:p/>
          <a:p>
            <a:r>
              <a:rPr sz="1200"/>
              <a:t>उत्तर पेश गर्नुहोस्</a:t>
            </a:r>
          </a:p>
          <a:p/>
          <a:p>
            <a:r>
              <a:rPr sz="1200"/>
              <a:t>फेरि प्रयास गर्नुहोस्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[NE Screen] nav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गृह</a:t>
            </a:r>
          </a:p>
          <a:p>
            <a:r>
              <a:rPr sz="1200"/>
              <a:t>  </a:t>
            </a:r>
          </a:p>
          <a:p/>
          <a:p>
            <a:r>
              <a:rPr sz="1200"/>
              <a:t>    अध्याय</a:t>
            </a:r>
          </a:p>
          <a:p>
            <a:r>
              <a:rPr sz="1200"/>
              <a:t>  </a:t>
            </a:r>
          </a:p>
          <a:p/>
          <a:p>
            <a:r>
              <a:rPr sz="1200"/>
              <a:t>    परीक्षा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